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embeddedFontLst>
    <p:embeddedFont>
      <p:font typeface="Urbanist Medium"/>
      <p:regular r:id="rId19"/>
      <p:bold r:id="rId20"/>
      <p:italic r:id="rId21"/>
      <p:boldItalic r:id="rId22"/>
    </p:embeddedFont>
    <p:embeddedFont>
      <p:font typeface="Urbanist SemiBold"/>
      <p:regular r:id="rId23"/>
      <p:bold r:id="rId24"/>
      <p:italic r:id="rId25"/>
      <p:boldItalic r:id="rId26"/>
    </p:embeddedFont>
    <p:embeddedFont>
      <p:font typeface="Urbanist"/>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UrbanistMedium-bold.fntdata"/><Relationship Id="rId22" Type="http://schemas.openxmlformats.org/officeDocument/2006/relationships/font" Target="fonts/UrbanistMedium-boldItalic.fntdata"/><Relationship Id="rId21" Type="http://schemas.openxmlformats.org/officeDocument/2006/relationships/font" Target="fonts/UrbanistMedium-italic.fntdata"/><Relationship Id="rId24" Type="http://schemas.openxmlformats.org/officeDocument/2006/relationships/font" Target="fonts/UrbanistSemiBold-bold.fntdata"/><Relationship Id="rId23" Type="http://schemas.openxmlformats.org/officeDocument/2006/relationships/font" Target="fonts/UrbanistSemiBold-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UrbanistSemiBold-boldItalic.fntdata"/><Relationship Id="rId25" Type="http://schemas.openxmlformats.org/officeDocument/2006/relationships/font" Target="fonts/UrbanistSemiBold-italic.fntdata"/><Relationship Id="rId28" Type="http://schemas.openxmlformats.org/officeDocument/2006/relationships/font" Target="fonts/Urbanist-bold.fntdata"/><Relationship Id="rId27" Type="http://schemas.openxmlformats.org/officeDocument/2006/relationships/font" Target="fonts/Urbanist-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Urbanist-italic.fntdata"/><Relationship Id="rId7" Type="http://schemas.openxmlformats.org/officeDocument/2006/relationships/slide" Target="slides/slide2.xml"/><Relationship Id="rId8" Type="http://schemas.openxmlformats.org/officeDocument/2006/relationships/slide" Target="slides/slide3.xml"/><Relationship Id="rId30" Type="http://schemas.openxmlformats.org/officeDocument/2006/relationships/font" Target="fonts/Urbanist-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UrbanistMedium-regular.fntdata"/><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3d68b7cb58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3d68b7cb58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d68b7cb587_0_4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3d68b7cb587_0_4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3d68b7cb587_0_1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4" name="Google Shape;514;g3d68b7cb587_0_1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3d68b7cb587_0_10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5" name="Google Shape;525;g3d68b7cb587_0_10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3d68b7cb587_0_7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7" name="Google Shape;567;g3d68b7cb587_0_7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3d68b7cb587_0_8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4" name="Google Shape;584;g3d68b7cb587_0_8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g3d68b7cb587_0_9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5" name="Google Shape;595;g3d68b7cb587_0_9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3d68b7cb587_0_9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6" name="Google Shape;606;g3d68b7cb587_0_9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g3d68b7cb587_0_9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7" name="Google Shape;617;g3d68b7cb587_0_9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g3d68b7cb587_0_10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8" name="Google Shape;628;g3d68b7cb587_0_10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g3d68b7cb587_0_10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9" name="Google Shape;639;g3d68b7cb587_0_10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g3d68b7cb587_0_1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0" name="Google Shape;650;g3d68b7cb587_0_1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g3d68b7cb587_0_6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4" name="Google Shape;664;g3d68b7cb587_0_6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ALT 1">
  <p:cSld name="BLANK_4">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mt="50000"/>
          </a:blip>
          <a:srcRect b="8145" l="3134" r="7835" t="16786"/>
          <a:stretch/>
        </p:blipFill>
        <p:spPr>
          <a:xfrm flipH="1" rot="10800000">
            <a:off x="0" y="-3474"/>
            <a:ext cx="9161550" cy="5154499"/>
          </a:xfrm>
          <a:prstGeom prst="rect">
            <a:avLst/>
          </a:prstGeom>
          <a:noFill/>
          <a:ln>
            <a:noFill/>
          </a:ln>
        </p:spPr>
      </p:pic>
      <p:sp>
        <p:nvSpPr>
          <p:cNvPr id="11" name="Google Shape;11;p2"/>
          <p:cNvSpPr/>
          <p:nvPr/>
        </p:nvSpPr>
        <p:spPr>
          <a:xfrm flipH="1" rot="10800000">
            <a:off x="0" y="4676700"/>
            <a:ext cx="9149700" cy="466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2" name="Google Shape;12;p2"/>
          <p:cNvSpPr txBox="1"/>
          <p:nvPr>
            <p:ph idx="1" type="subTitle"/>
          </p:nvPr>
        </p:nvSpPr>
        <p:spPr>
          <a:xfrm>
            <a:off x="228600" y="1738950"/>
            <a:ext cx="4402800" cy="2520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600"/>
              <a:buFont typeface="Urbanist"/>
              <a:buNone/>
              <a:defRPr>
                <a:solidFill>
                  <a:schemeClr val="dk2"/>
                </a:solidFill>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13" name="Google Shape;13;p2"/>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4" name="Google Shape;14;p2"/>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5" name="Google Shape;15;p2"/>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6" name="Google Shape;16;p2"/>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7" name="Google Shape;17;p2"/>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8" name="Google Shape;18;p2"/>
          <p:cNvSpPr txBox="1"/>
          <p:nvPr>
            <p:ph type="title"/>
          </p:nvPr>
        </p:nvSpPr>
        <p:spPr>
          <a:xfrm>
            <a:off x="228600" y="228600"/>
            <a:ext cx="6658800" cy="1419000"/>
          </a:xfrm>
          <a:prstGeom prst="rect">
            <a:avLst/>
          </a:prstGeom>
        </p:spPr>
        <p:txBody>
          <a:bodyPr anchorCtr="0" anchor="t" bIns="0" lIns="0" spcFirstLastPara="1" rIns="0" wrap="square" tIns="0">
            <a:noAutofit/>
          </a:bodyPr>
          <a:lstStyle>
            <a:lvl1pPr lvl="0">
              <a:lnSpc>
                <a:spcPct val="85000"/>
              </a:lnSpc>
              <a:spcBef>
                <a:spcPts val="0"/>
              </a:spcBef>
              <a:spcAft>
                <a:spcPts val="0"/>
              </a:spcAft>
              <a:buNone/>
              <a:defRPr sz="4800">
                <a:solidFill>
                  <a:schemeClr val="dk2"/>
                </a:solidFill>
              </a:defRPr>
            </a:lvl1pPr>
            <a:lvl2pPr lvl="1">
              <a:lnSpc>
                <a:spcPct val="85000"/>
              </a:lnSpc>
              <a:spcBef>
                <a:spcPts val="0"/>
              </a:spcBef>
              <a:spcAft>
                <a:spcPts val="0"/>
              </a:spcAft>
              <a:buNone/>
              <a:defRPr sz="4800">
                <a:solidFill>
                  <a:schemeClr val="dk2"/>
                </a:solidFill>
              </a:defRPr>
            </a:lvl2pPr>
            <a:lvl3pPr lvl="2">
              <a:lnSpc>
                <a:spcPct val="85000"/>
              </a:lnSpc>
              <a:spcBef>
                <a:spcPts val="0"/>
              </a:spcBef>
              <a:spcAft>
                <a:spcPts val="0"/>
              </a:spcAft>
              <a:buNone/>
              <a:defRPr sz="4800">
                <a:solidFill>
                  <a:schemeClr val="dk2"/>
                </a:solidFill>
              </a:defRPr>
            </a:lvl3pPr>
            <a:lvl4pPr lvl="3">
              <a:lnSpc>
                <a:spcPct val="85000"/>
              </a:lnSpc>
              <a:spcBef>
                <a:spcPts val="0"/>
              </a:spcBef>
              <a:spcAft>
                <a:spcPts val="0"/>
              </a:spcAft>
              <a:buNone/>
              <a:defRPr sz="4800">
                <a:solidFill>
                  <a:schemeClr val="dk2"/>
                </a:solidFill>
              </a:defRPr>
            </a:lvl4pPr>
            <a:lvl5pPr lvl="4">
              <a:lnSpc>
                <a:spcPct val="85000"/>
              </a:lnSpc>
              <a:spcBef>
                <a:spcPts val="0"/>
              </a:spcBef>
              <a:spcAft>
                <a:spcPts val="0"/>
              </a:spcAft>
              <a:buNone/>
              <a:defRPr sz="4800">
                <a:solidFill>
                  <a:schemeClr val="dk2"/>
                </a:solidFill>
              </a:defRPr>
            </a:lvl5pPr>
            <a:lvl6pPr lvl="5">
              <a:lnSpc>
                <a:spcPct val="85000"/>
              </a:lnSpc>
              <a:spcBef>
                <a:spcPts val="0"/>
              </a:spcBef>
              <a:spcAft>
                <a:spcPts val="0"/>
              </a:spcAft>
              <a:buNone/>
              <a:defRPr sz="4800">
                <a:solidFill>
                  <a:schemeClr val="dk2"/>
                </a:solidFill>
              </a:defRPr>
            </a:lvl6pPr>
            <a:lvl7pPr lvl="6">
              <a:lnSpc>
                <a:spcPct val="85000"/>
              </a:lnSpc>
              <a:spcBef>
                <a:spcPts val="0"/>
              </a:spcBef>
              <a:spcAft>
                <a:spcPts val="0"/>
              </a:spcAft>
              <a:buNone/>
              <a:defRPr sz="4800">
                <a:solidFill>
                  <a:schemeClr val="dk2"/>
                </a:solidFill>
              </a:defRPr>
            </a:lvl7pPr>
            <a:lvl8pPr lvl="7">
              <a:lnSpc>
                <a:spcPct val="85000"/>
              </a:lnSpc>
              <a:spcBef>
                <a:spcPts val="0"/>
              </a:spcBef>
              <a:spcAft>
                <a:spcPts val="0"/>
              </a:spcAft>
              <a:buNone/>
              <a:defRPr sz="4800">
                <a:solidFill>
                  <a:schemeClr val="dk2"/>
                </a:solidFill>
              </a:defRPr>
            </a:lvl8pPr>
            <a:lvl9pPr lvl="8">
              <a:lnSpc>
                <a:spcPct val="85000"/>
              </a:lnSpc>
              <a:spcBef>
                <a:spcPts val="0"/>
              </a:spcBef>
              <a:spcAft>
                <a:spcPts val="0"/>
              </a:spcAft>
              <a:buNone/>
              <a:defRPr sz="4800">
                <a:solidFill>
                  <a:schemeClr val="dk2"/>
                </a:solidFill>
              </a:defRPr>
            </a:lvl9pPr>
          </a:lstStyle>
          <a:p/>
        </p:txBody>
      </p:sp>
      <p:cxnSp>
        <p:nvCxnSpPr>
          <p:cNvPr id="19" name="Google Shape;19;p2"/>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0" name="Google Shape;20;p2"/>
          <p:cNvSpPr txBox="1"/>
          <p:nvPr>
            <p:ph idx="5" type="subTitle"/>
          </p:nvPr>
        </p:nvSpPr>
        <p:spPr>
          <a:xfrm>
            <a:off x="297075" y="4175900"/>
            <a:ext cx="1264800" cy="2286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1200"/>
              <a:buFont typeface="Urbanist"/>
              <a:buNone/>
              <a:defRPr sz="1200"/>
            </a:lvl1pPr>
            <a:lvl2pPr lvl="1"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21" name="Google Shape;21;p2"/>
          <p:cNvSpPr txBox="1"/>
          <p:nvPr>
            <p:ph idx="6" type="subTitle"/>
          </p:nvPr>
        </p:nvSpPr>
        <p:spPr>
          <a:xfrm>
            <a:off x="1786375" y="4175900"/>
            <a:ext cx="1264800" cy="2286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1200"/>
              <a:buFont typeface="Urbanist"/>
              <a:buNone/>
              <a:defRPr sz="1200"/>
            </a:lvl1pPr>
            <a:lvl2pPr lvl="1"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22" name="Google Shape;22;p2"/>
          <p:cNvSpPr txBox="1"/>
          <p:nvPr>
            <p:ph idx="7" type="subTitle"/>
          </p:nvPr>
        </p:nvSpPr>
        <p:spPr>
          <a:xfrm>
            <a:off x="228591" y="3454475"/>
            <a:ext cx="4659600" cy="252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b="1" sz="1200"/>
            </a:lvl1pPr>
            <a:lvl2pPr lvl="1">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9pPr>
          </a:lstStyle>
          <a:p/>
        </p:txBody>
      </p:sp>
      <p:sp>
        <p:nvSpPr>
          <p:cNvPr id="23" name="Google Shape;23;p2"/>
          <p:cNvSpPr txBox="1"/>
          <p:nvPr>
            <p:ph idx="8" type="subTitle"/>
          </p:nvPr>
        </p:nvSpPr>
        <p:spPr>
          <a:xfrm>
            <a:off x="228591" y="3743050"/>
            <a:ext cx="4659600" cy="252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b="1" sz="1200"/>
            </a:lvl1pPr>
            <a:lvl2pPr lvl="1">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9pPr>
          </a:lstStyle>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ALT 1">
  <p:cSld name="BLANK_1_1_2">
    <p:spTree>
      <p:nvGrpSpPr>
        <p:cNvPr id="24" name="Shape 24"/>
        <p:cNvGrpSpPr/>
        <p:nvPr/>
      </p:nvGrpSpPr>
      <p:grpSpPr>
        <a:xfrm>
          <a:off x="0" y="0"/>
          <a:ext cx="0" cy="0"/>
          <a:chOff x="0" y="0"/>
          <a:chExt cx="0" cy="0"/>
        </a:xfrm>
      </p:grpSpPr>
      <p:sp>
        <p:nvSpPr>
          <p:cNvPr id="25" name="Google Shape;25;p3"/>
          <p:cNvSpPr txBox="1"/>
          <p:nvPr>
            <p:ph type="title"/>
          </p:nvPr>
        </p:nvSpPr>
        <p:spPr>
          <a:xfrm>
            <a:off x="228600" y="395043"/>
            <a:ext cx="6480300" cy="587700"/>
          </a:xfrm>
          <a:prstGeom prst="rect">
            <a:avLst/>
          </a:prstGeom>
        </p:spPr>
        <p:txBody>
          <a:bodyPr anchorCtr="0" anchor="t" bIns="91425" lIns="0" spcFirstLastPara="1" rIns="91425" wrap="square" tIns="0">
            <a:spAutoFit/>
          </a:bodyPr>
          <a:lstStyle>
            <a:lvl1pPr lvl="0">
              <a:lnSpc>
                <a:spcPct val="90000"/>
              </a:lnSpc>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p:txBody>
      </p:sp>
      <p:sp>
        <p:nvSpPr>
          <p:cNvPr id="26" name="Google Shape;26;p3"/>
          <p:cNvSpPr txBox="1"/>
          <p:nvPr>
            <p:ph idx="1" type="body"/>
          </p:nvPr>
        </p:nvSpPr>
        <p:spPr>
          <a:xfrm>
            <a:off x="228600" y="1743625"/>
            <a:ext cx="4296600" cy="2709000"/>
          </a:xfrm>
          <a:prstGeom prst="rect">
            <a:avLst/>
          </a:prstGeom>
        </p:spPr>
        <p:txBody>
          <a:bodyPr anchorCtr="0" anchor="b" bIns="91425" lIns="0" spcFirstLastPara="1" rIns="91425" wrap="square" tIns="91425">
            <a:no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27" name="Google Shape;27;p3"/>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8" name="Google Shape;28;p3"/>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9" name="Google Shape;29;p3"/>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0" name="Google Shape;30;p3"/>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sp>
        <p:nvSpPr>
          <p:cNvPr id="31" name="Google Shape;31;p3"/>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cxnSp>
        <p:nvCxnSpPr>
          <p:cNvPr id="32" name="Google Shape;32;p3"/>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Tree>
  </p:cSld>
  <p:clrMapOvr>
    <a:masterClrMapping/>
  </p:clrMapOvr>
  <p:extLst>
    <p:ext uri="{DCECCB84-F9BA-43D5-87BE-67443E8EF086}">
      <p15:sldGuideLst>
        <p15:guide id="1" orient="horz" pos="2805">
          <p15:clr>
            <a:srgbClr val="E46962"/>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ur values">
  <p:cSld name="BLANK_1_1_1_1">
    <p:spTree>
      <p:nvGrpSpPr>
        <p:cNvPr id="33" name="Shape 33"/>
        <p:cNvGrpSpPr/>
        <p:nvPr/>
      </p:nvGrpSpPr>
      <p:grpSpPr>
        <a:xfrm>
          <a:off x="0" y="0"/>
          <a:ext cx="0" cy="0"/>
          <a:chOff x="0" y="0"/>
          <a:chExt cx="0" cy="0"/>
        </a:xfrm>
      </p:grpSpPr>
      <p:sp>
        <p:nvSpPr>
          <p:cNvPr id="34" name="Google Shape;34;p4"/>
          <p:cNvSpPr txBox="1"/>
          <p:nvPr>
            <p:ph idx="1"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35" name="Google Shape;35;p4"/>
          <p:cNvSpPr txBox="1"/>
          <p:nvPr>
            <p:ph type="title"/>
          </p:nvPr>
        </p:nvSpPr>
        <p:spPr>
          <a:xfrm>
            <a:off x="228600" y="613525"/>
            <a:ext cx="7223400" cy="4221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2400">
                <a:solidFill>
                  <a:schemeClr val="dk2"/>
                </a:solidFill>
              </a:defRPr>
            </a:lvl1pPr>
            <a:lvl2pPr lvl="1">
              <a:lnSpc>
                <a:spcPct val="85000"/>
              </a:lnSpc>
              <a:spcBef>
                <a:spcPts val="0"/>
              </a:spcBef>
              <a:spcAft>
                <a:spcPts val="0"/>
              </a:spcAft>
              <a:buNone/>
              <a:defRPr sz="2400">
                <a:solidFill>
                  <a:schemeClr val="dk2"/>
                </a:solidFill>
              </a:defRPr>
            </a:lvl2pPr>
            <a:lvl3pPr lvl="2">
              <a:lnSpc>
                <a:spcPct val="85000"/>
              </a:lnSpc>
              <a:spcBef>
                <a:spcPts val="0"/>
              </a:spcBef>
              <a:spcAft>
                <a:spcPts val="0"/>
              </a:spcAft>
              <a:buNone/>
              <a:defRPr sz="2400">
                <a:solidFill>
                  <a:schemeClr val="dk2"/>
                </a:solidFill>
              </a:defRPr>
            </a:lvl3pPr>
            <a:lvl4pPr lvl="3">
              <a:lnSpc>
                <a:spcPct val="85000"/>
              </a:lnSpc>
              <a:spcBef>
                <a:spcPts val="0"/>
              </a:spcBef>
              <a:spcAft>
                <a:spcPts val="0"/>
              </a:spcAft>
              <a:buNone/>
              <a:defRPr sz="2400">
                <a:solidFill>
                  <a:schemeClr val="dk2"/>
                </a:solidFill>
              </a:defRPr>
            </a:lvl4pPr>
            <a:lvl5pPr lvl="4">
              <a:lnSpc>
                <a:spcPct val="85000"/>
              </a:lnSpc>
              <a:spcBef>
                <a:spcPts val="0"/>
              </a:spcBef>
              <a:spcAft>
                <a:spcPts val="0"/>
              </a:spcAft>
              <a:buNone/>
              <a:defRPr sz="2400">
                <a:solidFill>
                  <a:schemeClr val="dk2"/>
                </a:solidFill>
              </a:defRPr>
            </a:lvl5pPr>
            <a:lvl6pPr lvl="5">
              <a:lnSpc>
                <a:spcPct val="85000"/>
              </a:lnSpc>
              <a:spcBef>
                <a:spcPts val="0"/>
              </a:spcBef>
              <a:spcAft>
                <a:spcPts val="0"/>
              </a:spcAft>
              <a:buNone/>
              <a:defRPr sz="2400">
                <a:solidFill>
                  <a:schemeClr val="dk2"/>
                </a:solidFill>
              </a:defRPr>
            </a:lvl6pPr>
            <a:lvl7pPr lvl="6">
              <a:lnSpc>
                <a:spcPct val="85000"/>
              </a:lnSpc>
              <a:spcBef>
                <a:spcPts val="0"/>
              </a:spcBef>
              <a:spcAft>
                <a:spcPts val="0"/>
              </a:spcAft>
              <a:buNone/>
              <a:defRPr sz="2400">
                <a:solidFill>
                  <a:schemeClr val="dk2"/>
                </a:solidFill>
              </a:defRPr>
            </a:lvl7pPr>
            <a:lvl8pPr lvl="7">
              <a:lnSpc>
                <a:spcPct val="85000"/>
              </a:lnSpc>
              <a:spcBef>
                <a:spcPts val="0"/>
              </a:spcBef>
              <a:spcAft>
                <a:spcPts val="0"/>
              </a:spcAft>
              <a:buNone/>
              <a:defRPr sz="2400">
                <a:solidFill>
                  <a:schemeClr val="dk2"/>
                </a:solidFill>
              </a:defRPr>
            </a:lvl8pPr>
            <a:lvl9pPr lvl="8">
              <a:lnSpc>
                <a:spcPct val="85000"/>
              </a:lnSpc>
              <a:spcBef>
                <a:spcPts val="0"/>
              </a:spcBef>
              <a:spcAft>
                <a:spcPts val="0"/>
              </a:spcAft>
              <a:buNone/>
              <a:defRPr sz="2400">
                <a:solidFill>
                  <a:schemeClr val="dk2"/>
                </a:solidFill>
              </a:defRPr>
            </a:lvl9pPr>
          </a:lstStyle>
          <a:p/>
        </p:txBody>
      </p:sp>
      <p:sp>
        <p:nvSpPr>
          <p:cNvPr id="36" name="Google Shape;36;p4"/>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7" name="Google Shape;37;p4"/>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8" name="Google Shape;38;p4"/>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9" name="Google Shape;39;p4"/>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0" name="Google Shape;40;p4"/>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cxnSp>
        <p:nvCxnSpPr>
          <p:cNvPr id="41" name="Google Shape;41;p4"/>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42" name="Google Shape;42;p4"/>
          <p:cNvSpPr txBox="1"/>
          <p:nvPr>
            <p:ph idx="5" type="subTitle"/>
          </p:nvPr>
        </p:nvSpPr>
        <p:spPr>
          <a:xfrm>
            <a:off x="254625" y="1638300"/>
            <a:ext cx="1128900" cy="118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p:txBody>
      </p:sp>
      <p:sp>
        <p:nvSpPr>
          <p:cNvPr id="43" name="Google Shape;43;p4"/>
          <p:cNvSpPr txBox="1"/>
          <p:nvPr>
            <p:ph idx="6" type="subTitle"/>
          </p:nvPr>
        </p:nvSpPr>
        <p:spPr>
          <a:xfrm>
            <a:off x="3275850" y="1638300"/>
            <a:ext cx="1128900" cy="118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p:txBody>
      </p:sp>
      <p:sp>
        <p:nvSpPr>
          <p:cNvPr id="44" name="Google Shape;44;p4"/>
          <p:cNvSpPr txBox="1"/>
          <p:nvPr>
            <p:ph idx="7" type="subTitle"/>
          </p:nvPr>
        </p:nvSpPr>
        <p:spPr>
          <a:xfrm>
            <a:off x="6215463" y="1638300"/>
            <a:ext cx="1128900" cy="118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p:txBody>
      </p:sp>
      <p:sp>
        <p:nvSpPr>
          <p:cNvPr id="45" name="Google Shape;45;p4"/>
          <p:cNvSpPr txBox="1"/>
          <p:nvPr>
            <p:ph idx="8" type="body"/>
          </p:nvPr>
        </p:nvSpPr>
        <p:spPr>
          <a:xfrm>
            <a:off x="288575" y="3386400"/>
            <a:ext cx="2665200" cy="11883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
        <p:nvSpPr>
          <p:cNvPr id="46" name="Google Shape;46;p4"/>
          <p:cNvSpPr txBox="1"/>
          <p:nvPr>
            <p:ph idx="9" type="body"/>
          </p:nvPr>
        </p:nvSpPr>
        <p:spPr>
          <a:xfrm>
            <a:off x="6121413" y="3386400"/>
            <a:ext cx="2665200" cy="11883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
        <p:nvSpPr>
          <p:cNvPr id="47" name="Google Shape;47;p4"/>
          <p:cNvSpPr txBox="1"/>
          <p:nvPr>
            <p:ph idx="13" type="body"/>
          </p:nvPr>
        </p:nvSpPr>
        <p:spPr>
          <a:xfrm>
            <a:off x="3192450" y="3386400"/>
            <a:ext cx="2665200" cy="11883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and image ALT 2">
  <p:cSld name="CUSTOM_3">
    <p:spTree>
      <p:nvGrpSpPr>
        <p:cNvPr id="48" name="Shape 48"/>
        <p:cNvGrpSpPr/>
        <p:nvPr/>
      </p:nvGrpSpPr>
      <p:grpSpPr>
        <a:xfrm>
          <a:off x="0" y="0"/>
          <a:ext cx="0" cy="0"/>
          <a:chOff x="0" y="0"/>
          <a:chExt cx="0" cy="0"/>
        </a:xfrm>
      </p:grpSpPr>
      <p:sp>
        <p:nvSpPr>
          <p:cNvPr id="49" name="Google Shape;49;p5"/>
          <p:cNvSpPr/>
          <p:nvPr>
            <p:ph idx="2" type="pic"/>
          </p:nvPr>
        </p:nvSpPr>
        <p:spPr>
          <a:xfrm>
            <a:off x="246150" y="237650"/>
            <a:ext cx="4196400" cy="4438200"/>
          </a:xfrm>
          <a:prstGeom prst="rect">
            <a:avLst/>
          </a:prstGeom>
          <a:noFill/>
          <a:ln>
            <a:noFill/>
          </a:ln>
        </p:spPr>
      </p:sp>
      <p:sp>
        <p:nvSpPr>
          <p:cNvPr id="50" name="Google Shape;50;p5"/>
          <p:cNvSpPr txBox="1"/>
          <p:nvPr>
            <p:ph type="title"/>
          </p:nvPr>
        </p:nvSpPr>
        <p:spPr>
          <a:xfrm>
            <a:off x="4591800" y="304700"/>
            <a:ext cx="3861900" cy="192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3000"/>
              <a:buFont typeface="Urbanist"/>
              <a:buNone/>
              <a:defRPr>
                <a:latin typeface="Urbanist"/>
                <a:ea typeface="Urbanist"/>
                <a:cs typeface="Urbanist"/>
                <a:sym typeface="Urbanist"/>
              </a:defRPr>
            </a:lvl1pPr>
            <a:lvl2pPr lvl="1">
              <a:spcBef>
                <a:spcPts val="0"/>
              </a:spcBef>
              <a:spcAft>
                <a:spcPts val="0"/>
              </a:spcAft>
              <a:buClr>
                <a:schemeClr val="lt1"/>
              </a:buClr>
              <a:buSzPts val="3000"/>
              <a:buNone/>
              <a:defRPr/>
            </a:lvl2pPr>
            <a:lvl3pPr lvl="2">
              <a:spcBef>
                <a:spcPts val="0"/>
              </a:spcBef>
              <a:spcAft>
                <a:spcPts val="0"/>
              </a:spcAft>
              <a:buClr>
                <a:schemeClr val="lt1"/>
              </a:buClr>
              <a:buSzPts val="3000"/>
              <a:buNone/>
              <a:defRPr/>
            </a:lvl3pPr>
            <a:lvl4pPr lvl="3">
              <a:spcBef>
                <a:spcPts val="0"/>
              </a:spcBef>
              <a:spcAft>
                <a:spcPts val="0"/>
              </a:spcAft>
              <a:buClr>
                <a:schemeClr val="lt1"/>
              </a:buClr>
              <a:buSzPts val="3000"/>
              <a:buNone/>
              <a:defRPr/>
            </a:lvl4pPr>
            <a:lvl5pPr lvl="4">
              <a:spcBef>
                <a:spcPts val="0"/>
              </a:spcBef>
              <a:spcAft>
                <a:spcPts val="0"/>
              </a:spcAft>
              <a:buClr>
                <a:schemeClr val="lt1"/>
              </a:buClr>
              <a:buSzPts val="3000"/>
              <a:buNone/>
              <a:defRPr/>
            </a:lvl5pPr>
            <a:lvl6pPr lvl="5">
              <a:spcBef>
                <a:spcPts val="0"/>
              </a:spcBef>
              <a:spcAft>
                <a:spcPts val="0"/>
              </a:spcAft>
              <a:buClr>
                <a:schemeClr val="lt1"/>
              </a:buClr>
              <a:buSzPts val="3000"/>
              <a:buNone/>
              <a:defRPr/>
            </a:lvl6pPr>
            <a:lvl7pPr lvl="6">
              <a:spcBef>
                <a:spcPts val="0"/>
              </a:spcBef>
              <a:spcAft>
                <a:spcPts val="0"/>
              </a:spcAft>
              <a:buClr>
                <a:schemeClr val="lt1"/>
              </a:buClr>
              <a:buSzPts val="3000"/>
              <a:buNone/>
              <a:defRPr/>
            </a:lvl7pPr>
            <a:lvl8pPr lvl="7">
              <a:spcBef>
                <a:spcPts val="0"/>
              </a:spcBef>
              <a:spcAft>
                <a:spcPts val="0"/>
              </a:spcAft>
              <a:buClr>
                <a:schemeClr val="lt1"/>
              </a:buClr>
              <a:buSzPts val="3000"/>
              <a:buNone/>
              <a:defRPr/>
            </a:lvl8pPr>
            <a:lvl9pPr lvl="8">
              <a:spcBef>
                <a:spcPts val="0"/>
              </a:spcBef>
              <a:spcAft>
                <a:spcPts val="0"/>
              </a:spcAft>
              <a:buClr>
                <a:schemeClr val="lt1"/>
              </a:buClr>
              <a:buSzPts val="3000"/>
              <a:buNone/>
              <a:defRPr/>
            </a:lvl9pPr>
          </a:lstStyle>
          <a:p/>
        </p:txBody>
      </p:sp>
      <p:sp>
        <p:nvSpPr>
          <p:cNvPr id="51" name="Google Shape;51;p5"/>
          <p:cNvSpPr txBox="1"/>
          <p:nvPr>
            <p:ph idx="3" type="title"/>
          </p:nvPr>
        </p:nvSpPr>
        <p:spPr>
          <a:xfrm>
            <a:off x="4591800" y="738425"/>
            <a:ext cx="4290000" cy="2051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800"/>
              <a:buNone/>
              <a:defRPr sz="3400"/>
            </a:lvl1pPr>
            <a:lvl2pPr lvl="1">
              <a:spcBef>
                <a:spcPts val="0"/>
              </a:spcBef>
              <a:spcAft>
                <a:spcPts val="0"/>
              </a:spcAft>
              <a:buClr>
                <a:schemeClr val="lt1"/>
              </a:buClr>
              <a:buSzPts val="3000"/>
              <a:buNone/>
              <a:defRPr/>
            </a:lvl2pPr>
            <a:lvl3pPr lvl="2">
              <a:spcBef>
                <a:spcPts val="0"/>
              </a:spcBef>
              <a:spcAft>
                <a:spcPts val="0"/>
              </a:spcAft>
              <a:buClr>
                <a:schemeClr val="lt1"/>
              </a:buClr>
              <a:buSzPts val="3000"/>
              <a:buNone/>
              <a:defRPr/>
            </a:lvl3pPr>
            <a:lvl4pPr lvl="3">
              <a:spcBef>
                <a:spcPts val="0"/>
              </a:spcBef>
              <a:spcAft>
                <a:spcPts val="0"/>
              </a:spcAft>
              <a:buClr>
                <a:schemeClr val="lt1"/>
              </a:buClr>
              <a:buSzPts val="3000"/>
              <a:buNone/>
              <a:defRPr/>
            </a:lvl4pPr>
            <a:lvl5pPr lvl="4">
              <a:spcBef>
                <a:spcPts val="0"/>
              </a:spcBef>
              <a:spcAft>
                <a:spcPts val="0"/>
              </a:spcAft>
              <a:buClr>
                <a:schemeClr val="lt1"/>
              </a:buClr>
              <a:buSzPts val="3000"/>
              <a:buNone/>
              <a:defRPr/>
            </a:lvl5pPr>
            <a:lvl6pPr lvl="5">
              <a:spcBef>
                <a:spcPts val="0"/>
              </a:spcBef>
              <a:spcAft>
                <a:spcPts val="0"/>
              </a:spcAft>
              <a:buClr>
                <a:schemeClr val="lt1"/>
              </a:buClr>
              <a:buSzPts val="3000"/>
              <a:buNone/>
              <a:defRPr/>
            </a:lvl6pPr>
            <a:lvl7pPr lvl="6">
              <a:spcBef>
                <a:spcPts val="0"/>
              </a:spcBef>
              <a:spcAft>
                <a:spcPts val="0"/>
              </a:spcAft>
              <a:buClr>
                <a:schemeClr val="lt1"/>
              </a:buClr>
              <a:buSzPts val="3000"/>
              <a:buNone/>
              <a:defRPr/>
            </a:lvl7pPr>
            <a:lvl8pPr lvl="7">
              <a:spcBef>
                <a:spcPts val="0"/>
              </a:spcBef>
              <a:spcAft>
                <a:spcPts val="0"/>
              </a:spcAft>
              <a:buClr>
                <a:schemeClr val="lt1"/>
              </a:buClr>
              <a:buSzPts val="3000"/>
              <a:buNone/>
              <a:defRPr/>
            </a:lvl8pPr>
            <a:lvl9pPr lvl="8">
              <a:spcBef>
                <a:spcPts val="0"/>
              </a:spcBef>
              <a:spcAft>
                <a:spcPts val="0"/>
              </a:spcAft>
              <a:buClr>
                <a:schemeClr val="lt1"/>
              </a:buClr>
              <a:buSzPts val="3000"/>
              <a:buNone/>
              <a:defRPr/>
            </a:lvl9pPr>
          </a:lstStyle>
          <a:p/>
        </p:txBody>
      </p:sp>
      <p:sp>
        <p:nvSpPr>
          <p:cNvPr id="52" name="Google Shape;52;p5"/>
          <p:cNvSpPr txBox="1"/>
          <p:nvPr>
            <p:ph idx="1" type="body"/>
          </p:nvPr>
        </p:nvSpPr>
        <p:spPr>
          <a:xfrm>
            <a:off x="4618950" y="2205375"/>
            <a:ext cx="4290000" cy="16296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
        <p:nvSpPr>
          <p:cNvPr id="53" name="Google Shape;53;p5"/>
          <p:cNvSpPr txBox="1"/>
          <p:nvPr>
            <p:ph idx="4"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54" name="Google Shape;54;p5"/>
          <p:cNvSpPr txBox="1"/>
          <p:nvPr>
            <p:ph idx="5"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55" name="Google Shape;55;p5"/>
          <p:cNvSpPr txBox="1"/>
          <p:nvPr>
            <p:ph idx="6"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56" name="Google Shape;56;p5"/>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7" name="Google Shape;57;p5"/>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cxnSp>
        <p:nvCxnSpPr>
          <p:cNvPr id="58" name="Google Shape;58;p5"/>
          <p:cNvCxnSpPr/>
          <p:nvPr/>
        </p:nvCxnSpPr>
        <p:spPr>
          <a:xfrm>
            <a:off x="228600" y="226100"/>
            <a:ext cx="8687100" cy="0"/>
          </a:xfrm>
          <a:prstGeom prst="straightConnector1">
            <a:avLst/>
          </a:prstGeom>
          <a:noFill/>
          <a:ln cap="flat" cmpd="sng" w="9525">
            <a:solidFill>
              <a:schemeClr val="lt2"/>
            </a:solidFill>
            <a:prstDash val="solid"/>
            <a:round/>
            <a:headEnd len="med" w="med" type="none"/>
            <a:tailEnd len="med" w="med" type="none"/>
          </a:ln>
        </p:spPr>
      </p:cxnSp>
      <p:cxnSp>
        <p:nvCxnSpPr>
          <p:cNvPr id="59" name="Google Shape;59;p5"/>
          <p:cNvCxnSpPr/>
          <p:nvPr/>
        </p:nvCxnSpPr>
        <p:spPr>
          <a:xfrm>
            <a:off x="4444600" y="570000"/>
            <a:ext cx="4470900" cy="0"/>
          </a:xfrm>
          <a:prstGeom prst="straightConnector1">
            <a:avLst/>
          </a:prstGeom>
          <a:noFill/>
          <a:ln cap="flat" cmpd="sng" w="9525">
            <a:solidFill>
              <a:schemeClr val="lt2"/>
            </a:solidFill>
            <a:prstDash val="solid"/>
            <a:round/>
            <a:headEnd len="med" w="med" type="none"/>
            <a:tailEnd len="med" w="med" type="none"/>
          </a:ln>
        </p:spPr>
      </p:cxnSp>
      <p:cxnSp>
        <p:nvCxnSpPr>
          <p:cNvPr id="60" name="Google Shape;60;p5"/>
          <p:cNvCxnSpPr/>
          <p:nvPr/>
        </p:nvCxnSpPr>
        <p:spPr>
          <a:xfrm>
            <a:off x="4442500" y="226100"/>
            <a:ext cx="0" cy="4457700"/>
          </a:xfrm>
          <a:prstGeom prst="straightConnector1">
            <a:avLst/>
          </a:prstGeom>
          <a:noFill/>
          <a:ln cap="flat" cmpd="sng" w="9525">
            <a:solidFill>
              <a:schemeClr val="lt2"/>
            </a:solidFill>
            <a:prstDash val="solid"/>
            <a:round/>
            <a:headEnd len="med" w="med" type="none"/>
            <a:tailEnd len="med" w="med" type="none"/>
          </a:ln>
        </p:spPr>
      </p:cxnSp>
      <p:cxnSp>
        <p:nvCxnSpPr>
          <p:cNvPr id="61" name="Google Shape;61;p5"/>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ALT 1">
  <p:cSld name="BLANK_1_1_1_1_3">
    <p:spTree>
      <p:nvGrpSpPr>
        <p:cNvPr id="62" name="Shape 62"/>
        <p:cNvGrpSpPr/>
        <p:nvPr/>
      </p:nvGrpSpPr>
      <p:grpSpPr>
        <a:xfrm>
          <a:off x="0" y="0"/>
          <a:ext cx="0" cy="0"/>
          <a:chOff x="0" y="0"/>
          <a:chExt cx="0" cy="0"/>
        </a:xfrm>
      </p:grpSpPr>
      <p:sp>
        <p:nvSpPr>
          <p:cNvPr id="63" name="Google Shape;63;p6"/>
          <p:cNvSpPr txBox="1"/>
          <p:nvPr>
            <p:ph type="title"/>
          </p:nvPr>
        </p:nvSpPr>
        <p:spPr>
          <a:xfrm>
            <a:off x="228600" y="613525"/>
            <a:ext cx="39045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64" name="Google Shape;64;p6"/>
          <p:cNvSpPr/>
          <p:nvPr>
            <p:ph idx="2" type="pic"/>
          </p:nvPr>
        </p:nvSpPr>
        <p:spPr>
          <a:xfrm>
            <a:off x="4523050" y="737975"/>
            <a:ext cx="2164800" cy="1350300"/>
          </a:xfrm>
          <a:prstGeom prst="roundRect">
            <a:avLst>
              <a:gd fmla="val 7802" name="adj"/>
            </a:avLst>
          </a:prstGeom>
          <a:noFill/>
          <a:ln cap="flat" cmpd="sng" w="9525">
            <a:solidFill>
              <a:schemeClr val="accent1"/>
            </a:solidFill>
            <a:prstDash val="solid"/>
            <a:round/>
            <a:headEnd len="sm" w="sm" type="none"/>
            <a:tailEnd len="sm" w="sm" type="none"/>
          </a:ln>
        </p:spPr>
      </p:sp>
      <p:sp>
        <p:nvSpPr>
          <p:cNvPr id="65" name="Google Shape;65;p6"/>
          <p:cNvSpPr/>
          <p:nvPr>
            <p:ph idx="3" type="pic"/>
          </p:nvPr>
        </p:nvSpPr>
        <p:spPr>
          <a:xfrm>
            <a:off x="6752100" y="737775"/>
            <a:ext cx="2164800" cy="1350300"/>
          </a:xfrm>
          <a:prstGeom prst="roundRect">
            <a:avLst>
              <a:gd fmla="val 7802" name="adj"/>
            </a:avLst>
          </a:prstGeom>
          <a:noFill/>
          <a:ln cap="flat" cmpd="sng" w="9525">
            <a:solidFill>
              <a:schemeClr val="accent1"/>
            </a:solidFill>
            <a:prstDash val="solid"/>
            <a:round/>
            <a:headEnd len="sm" w="sm" type="none"/>
            <a:tailEnd len="sm" w="sm" type="none"/>
          </a:ln>
        </p:spPr>
      </p:sp>
      <p:sp>
        <p:nvSpPr>
          <p:cNvPr id="66" name="Google Shape;66;p6"/>
          <p:cNvSpPr/>
          <p:nvPr>
            <p:ph idx="4" type="pic"/>
          </p:nvPr>
        </p:nvSpPr>
        <p:spPr>
          <a:xfrm>
            <a:off x="4523050" y="2158000"/>
            <a:ext cx="4394100" cy="2282700"/>
          </a:xfrm>
          <a:prstGeom prst="roundRect">
            <a:avLst>
              <a:gd fmla="val 6108" name="adj"/>
            </a:avLst>
          </a:prstGeom>
          <a:noFill/>
          <a:ln cap="flat" cmpd="sng" w="9525">
            <a:solidFill>
              <a:schemeClr val="accent1"/>
            </a:solidFill>
            <a:prstDash val="solid"/>
            <a:round/>
            <a:headEnd len="sm" w="sm" type="none"/>
            <a:tailEnd len="sm" w="sm" type="none"/>
          </a:ln>
        </p:spPr>
      </p:sp>
      <p:sp>
        <p:nvSpPr>
          <p:cNvPr id="67" name="Google Shape;67;p6"/>
          <p:cNvSpPr txBox="1"/>
          <p:nvPr>
            <p:ph idx="1" type="body"/>
          </p:nvPr>
        </p:nvSpPr>
        <p:spPr>
          <a:xfrm>
            <a:off x="233850" y="3127075"/>
            <a:ext cx="2920800" cy="1313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68" name="Google Shape;68;p6"/>
          <p:cNvSpPr txBox="1"/>
          <p:nvPr>
            <p:ph idx="5"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69" name="Google Shape;69;p6"/>
          <p:cNvSpPr txBox="1"/>
          <p:nvPr>
            <p:ph idx="6"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0" name="Google Shape;70;p6"/>
          <p:cNvSpPr txBox="1"/>
          <p:nvPr>
            <p:ph idx="7"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1" name="Google Shape;71;p6"/>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72" name="Google Shape;72;p6"/>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73" name="Google Shape;73;p6"/>
          <p:cNvSpPr txBox="1"/>
          <p:nvPr>
            <p:ph idx="8"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cxnSp>
        <p:nvCxnSpPr>
          <p:cNvPr id="74" name="Google Shape;74;p6"/>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Tree>
  </p:cSld>
  <p:clrMapOvr>
    <a:masterClrMapping/>
  </p:clrMapOvr>
  <p:extLst>
    <p:ext uri="{DCECCB84-F9BA-43D5-87BE-67443E8EF086}">
      <p15:sldGuideLst>
        <p15:guide id="1" orient="horz" pos="2805">
          <p15:clr>
            <a:srgbClr val="E46962"/>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ALT 1">
  <p:cSld name="BLANK_1_1_1_1_2">
    <p:spTree>
      <p:nvGrpSpPr>
        <p:cNvPr id="75" name="Shape 75"/>
        <p:cNvGrpSpPr/>
        <p:nvPr/>
      </p:nvGrpSpPr>
      <p:grpSpPr>
        <a:xfrm>
          <a:off x="0" y="0"/>
          <a:ext cx="0" cy="0"/>
          <a:chOff x="0" y="0"/>
          <a:chExt cx="0" cy="0"/>
        </a:xfrm>
      </p:grpSpPr>
      <p:pic>
        <p:nvPicPr>
          <p:cNvPr id="76" name="Google Shape;76;p7"/>
          <p:cNvPicPr preferRelativeResize="0"/>
          <p:nvPr/>
        </p:nvPicPr>
        <p:blipFill rotWithShape="1">
          <a:blip r:embed="rId2">
            <a:alphaModFix amt="60000"/>
          </a:blip>
          <a:srcRect b="14588" l="0" r="15469" t="0"/>
          <a:stretch/>
        </p:blipFill>
        <p:spPr>
          <a:xfrm>
            <a:off x="25" y="1172500"/>
            <a:ext cx="5181349" cy="3493250"/>
          </a:xfrm>
          <a:prstGeom prst="rect">
            <a:avLst/>
          </a:prstGeom>
          <a:noFill/>
          <a:ln>
            <a:noFill/>
          </a:ln>
        </p:spPr>
      </p:pic>
      <p:sp>
        <p:nvSpPr>
          <p:cNvPr id="77" name="Google Shape;77;p7"/>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8" name="Google Shape;78;p7"/>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9" name="Google Shape;79;p7"/>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80" name="Google Shape;80;p7"/>
          <p:cNvSpPr txBox="1"/>
          <p:nvPr>
            <p:ph type="title"/>
          </p:nvPr>
        </p:nvSpPr>
        <p:spPr>
          <a:xfrm>
            <a:off x="277500" y="228600"/>
            <a:ext cx="39045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cxnSp>
        <p:nvCxnSpPr>
          <p:cNvPr id="81" name="Google Shape;81;p7"/>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82" name="Google Shape;82;p7"/>
          <p:cNvSpPr txBox="1"/>
          <p:nvPr>
            <p:ph idx="4" type="subTitle"/>
          </p:nvPr>
        </p:nvSpPr>
        <p:spPr>
          <a:xfrm>
            <a:off x="4744575" y="387150"/>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83" name="Google Shape;83;p7"/>
          <p:cNvSpPr txBox="1"/>
          <p:nvPr>
            <p:ph idx="5" type="subTitle"/>
          </p:nvPr>
        </p:nvSpPr>
        <p:spPr>
          <a:xfrm>
            <a:off x="4744575" y="1066588"/>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84" name="Google Shape;84;p7"/>
          <p:cNvSpPr txBox="1"/>
          <p:nvPr>
            <p:ph idx="6" type="subTitle"/>
          </p:nvPr>
        </p:nvSpPr>
        <p:spPr>
          <a:xfrm>
            <a:off x="4744575" y="1742700"/>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85" name="Google Shape;85;p7"/>
          <p:cNvSpPr txBox="1"/>
          <p:nvPr>
            <p:ph idx="7" type="subTitle"/>
          </p:nvPr>
        </p:nvSpPr>
        <p:spPr>
          <a:xfrm>
            <a:off x="4744575" y="2420513"/>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86" name="Google Shape;86;p7"/>
          <p:cNvSpPr txBox="1"/>
          <p:nvPr>
            <p:ph idx="8" type="subTitle"/>
          </p:nvPr>
        </p:nvSpPr>
        <p:spPr>
          <a:xfrm>
            <a:off x="4744575" y="3098275"/>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87" name="Google Shape;87;p7"/>
          <p:cNvSpPr txBox="1"/>
          <p:nvPr>
            <p:ph idx="9" type="subTitle"/>
          </p:nvPr>
        </p:nvSpPr>
        <p:spPr>
          <a:xfrm>
            <a:off x="4744575" y="3776075"/>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88" name="Google Shape;88;p7"/>
          <p:cNvSpPr txBox="1"/>
          <p:nvPr>
            <p:ph idx="13" type="subTitle"/>
          </p:nvPr>
        </p:nvSpPr>
        <p:spPr>
          <a:xfrm>
            <a:off x="5067075" y="387150"/>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89" name="Google Shape;89;p7"/>
          <p:cNvSpPr txBox="1"/>
          <p:nvPr>
            <p:ph idx="14" type="subTitle"/>
          </p:nvPr>
        </p:nvSpPr>
        <p:spPr>
          <a:xfrm>
            <a:off x="5067075" y="1061588"/>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90" name="Google Shape;90;p7"/>
          <p:cNvSpPr txBox="1"/>
          <p:nvPr>
            <p:ph idx="15" type="subTitle"/>
          </p:nvPr>
        </p:nvSpPr>
        <p:spPr>
          <a:xfrm>
            <a:off x="5067075" y="1739350"/>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91" name="Google Shape;91;p7"/>
          <p:cNvSpPr txBox="1"/>
          <p:nvPr>
            <p:ph idx="16" type="subTitle"/>
          </p:nvPr>
        </p:nvSpPr>
        <p:spPr>
          <a:xfrm>
            <a:off x="5067075" y="2424100"/>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92" name="Google Shape;92;p7"/>
          <p:cNvSpPr txBox="1"/>
          <p:nvPr>
            <p:ph idx="17" type="subTitle"/>
          </p:nvPr>
        </p:nvSpPr>
        <p:spPr>
          <a:xfrm>
            <a:off x="5067075" y="3094938"/>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93" name="Google Shape;93;p7"/>
          <p:cNvSpPr txBox="1"/>
          <p:nvPr>
            <p:ph idx="18" type="subTitle"/>
          </p:nvPr>
        </p:nvSpPr>
        <p:spPr>
          <a:xfrm>
            <a:off x="5067075" y="3765788"/>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94" name="Google Shape;94;p7"/>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95" name="Google Shape;95;p7"/>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s">
  <p:cSld name="BLANK_1_1_1_1_2_1">
    <p:spTree>
      <p:nvGrpSpPr>
        <p:cNvPr id="96" name="Shape 96"/>
        <p:cNvGrpSpPr/>
        <p:nvPr/>
      </p:nvGrpSpPr>
      <p:grpSpPr>
        <a:xfrm>
          <a:off x="0" y="0"/>
          <a:ext cx="0" cy="0"/>
          <a:chOff x="0" y="0"/>
          <a:chExt cx="0" cy="0"/>
        </a:xfrm>
      </p:grpSpPr>
      <p:sp>
        <p:nvSpPr>
          <p:cNvPr id="97" name="Google Shape;97;p8"/>
          <p:cNvSpPr/>
          <p:nvPr>
            <p:ph idx="2" type="pic"/>
          </p:nvPr>
        </p:nvSpPr>
        <p:spPr>
          <a:xfrm>
            <a:off x="4618950" y="228600"/>
            <a:ext cx="1370400" cy="1357500"/>
          </a:xfrm>
          <a:prstGeom prst="roundRect">
            <a:avLst>
              <a:gd fmla="val 16935" name="adj"/>
            </a:avLst>
          </a:prstGeom>
          <a:noFill/>
          <a:ln>
            <a:noFill/>
          </a:ln>
        </p:spPr>
      </p:sp>
      <p:sp>
        <p:nvSpPr>
          <p:cNvPr id="98" name="Google Shape;98;p8"/>
          <p:cNvSpPr txBox="1"/>
          <p:nvPr>
            <p:ph idx="1" type="subTitle"/>
          </p:nvPr>
        </p:nvSpPr>
        <p:spPr>
          <a:xfrm>
            <a:off x="4619000" y="1702322"/>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99" name="Google Shape;99;p8"/>
          <p:cNvSpPr txBox="1"/>
          <p:nvPr>
            <p:ph idx="3"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00" name="Google Shape;100;p8"/>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01" name="Google Shape;101;p8"/>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02" name="Google Shape;102;p8"/>
          <p:cNvSpPr txBox="1"/>
          <p:nvPr>
            <p:ph type="title"/>
          </p:nvPr>
        </p:nvSpPr>
        <p:spPr>
          <a:xfrm>
            <a:off x="228600" y="234750"/>
            <a:ext cx="39045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103" name="Google Shape;103;p8"/>
          <p:cNvSpPr txBox="1"/>
          <p:nvPr>
            <p:ph idx="6" type="subTitle"/>
          </p:nvPr>
        </p:nvSpPr>
        <p:spPr>
          <a:xfrm>
            <a:off x="4619000" y="1880160"/>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04" name="Google Shape;104;p8"/>
          <p:cNvSpPr/>
          <p:nvPr>
            <p:ph idx="7" type="pic"/>
          </p:nvPr>
        </p:nvSpPr>
        <p:spPr>
          <a:xfrm>
            <a:off x="6080700" y="228600"/>
            <a:ext cx="1370400" cy="1357500"/>
          </a:xfrm>
          <a:prstGeom prst="roundRect">
            <a:avLst>
              <a:gd fmla="val 16935" name="adj"/>
            </a:avLst>
          </a:prstGeom>
          <a:noFill/>
          <a:ln>
            <a:noFill/>
          </a:ln>
        </p:spPr>
      </p:sp>
      <p:sp>
        <p:nvSpPr>
          <p:cNvPr id="105" name="Google Shape;105;p8"/>
          <p:cNvSpPr txBox="1"/>
          <p:nvPr>
            <p:ph idx="8" type="subTitle"/>
          </p:nvPr>
        </p:nvSpPr>
        <p:spPr>
          <a:xfrm>
            <a:off x="6080750" y="1702321"/>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06" name="Google Shape;106;p8"/>
          <p:cNvSpPr txBox="1"/>
          <p:nvPr>
            <p:ph idx="9" type="subTitle"/>
          </p:nvPr>
        </p:nvSpPr>
        <p:spPr>
          <a:xfrm>
            <a:off x="6080750" y="1880160"/>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07" name="Google Shape;107;p8"/>
          <p:cNvSpPr/>
          <p:nvPr>
            <p:ph idx="13" type="pic"/>
          </p:nvPr>
        </p:nvSpPr>
        <p:spPr>
          <a:xfrm>
            <a:off x="7542450" y="228600"/>
            <a:ext cx="1370400" cy="1357500"/>
          </a:xfrm>
          <a:prstGeom prst="roundRect">
            <a:avLst>
              <a:gd fmla="val 16935" name="adj"/>
            </a:avLst>
          </a:prstGeom>
          <a:noFill/>
          <a:ln>
            <a:noFill/>
          </a:ln>
        </p:spPr>
      </p:sp>
      <p:sp>
        <p:nvSpPr>
          <p:cNvPr id="108" name="Google Shape;108;p8"/>
          <p:cNvSpPr txBox="1"/>
          <p:nvPr>
            <p:ph idx="14" type="subTitle"/>
          </p:nvPr>
        </p:nvSpPr>
        <p:spPr>
          <a:xfrm>
            <a:off x="7542500" y="1702321"/>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09" name="Google Shape;109;p8"/>
          <p:cNvSpPr txBox="1"/>
          <p:nvPr>
            <p:ph idx="15" type="subTitle"/>
          </p:nvPr>
        </p:nvSpPr>
        <p:spPr>
          <a:xfrm>
            <a:off x="7542500" y="1880160"/>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10" name="Google Shape;110;p8"/>
          <p:cNvSpPr/>
          <p:nvPr>
            <p:ph idx="16" type="pic"/>
          </p:nvPr>
        </p:nvSpPr>
        <p:spPr>
          <a:xfrm>
            <a:off x="4618950" y="2295725"/>
            <a:ext cx="1370400" cy="1357500"/>
          </a:xfrm>
          <a:prstGeom prst="roundRect">
            <a:avLst>
              <a:gd fmla="val 16935" name="adj"/>
            </a:avLst>
          </a:prstGeom>
          <a:noFill/>
          <a:ln>
            <a:noFill/>
          </a:ln>
        </p:spPr>
      </p:sp>
      <p:sp>
        <p:nvSpPr>
          <p:cNvPr id="111" name="Google Shape;111;p8"/>
          <p:cNvSpPr txBox="1"/>
          <p:nvPr>
            <p:ph idx="17" type="subTitle"/>
          </p:nvPr>
        </p:nvSpPr>
        <p:spPr>
          <a:xfrm>
            <a:off x="4619000" y="3769446"/>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12" name="Google Shape;112;p8"/>
          <p:cNvSpPr txBox="1"/>
          <p:nvPr>
            <p:ph idx="18" type="subTitle"/>
          </p:nvPr>
        </p:nvSpPr>
        <p:spPr>
          <a:xfrm>
            <a:off x="4619000" y="3947285"/>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13" name="Google Shape;113;p8"/>
          <p:cNvSpPr/>
          <p:nvPr>
            <p:ph idx="19" type="pic"/>
          </p:nvPr>
        </p:nvSpPr>
        <p:spPr>
          <a:xfrm>
            <a:off x="6080700" y="2295725"/>
            <a:ext cx="1370400" cy="1357500"/>
          </a:xfrm>
          <a:prstGeom prst="roundRect">
            <a:avLst>
              <a:gd fmla="val 16935" name="adj"/>
            </a:avLst>
          </a:prstGeom>
          <a:noFill/>
          <a:ln>
            <a:noFill/>
          </a:ln>
        </p:spPr>
      </p:sp>
      <p:sp>
        <p:nvSpPr>
          <p:cNvPr id="114" name="Google Shape;114;p8"/>
          <p:cNvSpPr txBox="1"/>
          <p:nvPr>
            <p:ph idx="20" type="subTitle"/>
          </p:nvPr>
        </p:nvSpPr>
        <p:spPr>
          <a:xfrm>
            <a:off x="6080750" y="3769447"/>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15" name="Google Shape;115;p8"/>
          <p:cNvSpPr txBox="1"/>
          <p:nvPr>
            <p:ph idx="21" type="subTitle"/>
          </p:nvPr>
        </p:nvSpPr>
        <p:spPr>
          <a:xfrm>
            <a:off x="6080750" y="3947285"/>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16" name="Google Shape;116;p8"/>
          <p:cNvSpPr/>
          <p:nvPr>
            <p:ph idx="22" type="pic"/>
          </p:nvPr>
        </p:nvSpPr>
        <p:spPr>
          <a:xfrm>
            <a:off x="7542450" y="2295725"/>
            <a:ext cx="1370400" cy="1357500"/>
          </a:xfrm>
          <a:prstGeom prst="roundRect">
            <a:avLst>
              <a:gd fmla="val 16935" name="adj"/>
            </a:avLst>
          </a:prstGeom>
          <a:noFill/>
          <a:ln>
            <a:noFill/>
          </a:ln>
        </p:spPr>
      </p:sp>
      <p:sp>
        <p:nvSpPr>
          <p:cNvPr id="117" name="Google Shape;117;p8"/>
          <p:cNvSpPr txBox="1"/>
          <p:nvPr>
            <p:ph idx="23" type="subTitle"/>
          </p:nvPr>
        </p:nvSpPr>
        <p:spPr>
          <a:xfrm>
            <a:off x="7542500" y="3769446"/>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18" name="Google Shape;118;p8"/>
          <p:cNvSpPr txBox="1"/>
          <p:nvPr>
            <p:ph idx="24" type="subTitle"/>
          </p:nvPr>
        </p:nvSpPr>
        <p:spPr>
          <a:xfrm>
            <a:off x="7542500" y="3947285"/>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cxnSp>
        <p:nvCxnSpPr>
          <p:cNvPr id="119" name="Google Shape;119;p8"/>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20" name="Google Shape;120;p8"/>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21" name="Google Shape;121;p8"/>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ALT 2">
  <p:cSld name="BLANK_1_1_1_1_1_1">
    <p:spTree>
      <p:nvGrpSpPr>
        <p:cNvPr id="122" name="Shape 122"/>
        <p:cNvGrpSpPr/>
        <p:nvPr/>
      </p:nvGrpSpPr>
      <p:grpSpPr>
        <a:xfrm>
          <a:off x="0" y="0"/>
          <a:ext cx="0" cy="0"/>
          <a:chOff x="0" y="0"/>
          <a:chExt cx="0" cy="0"/>
        </a:xfrm>
      </p:grpSpPr>
      <p:sp>
        <p:nvSpPr>
          <p:cNvPr id="123" name="Google Shape;123;p9"/>
          <p:cNvSpPr/>
          <p:nvPr>
            <p:ph idx="2" type="pic"/>
          </p:nvPr>
        </p:nvSpPr>
        <p:spPr>
          <a:xfrm>
            <a:off x="9425" y="-3075"/>
            <a:ext cx="9144000" cy="4641000"/>
          </a:xfrm>
          <a:prstGeom prst="rect">
            <a:avLst/>
          </a:prstGeom>
          <a:noFill/>
          <a:ln>
            <a:noFill/>
          </a:ln>
        </p:spPr>
      </p:sp>
      <p:sp>
        <p:nvSpPr>
          <p:cNvPr id="124" name="Google Shape;124;p9"/>
          <p:cNvSpPr txBox="1"/>
          <p:nvPr>
            <p:ph type="title"/>
          </p:nvPr>
        </p:nvSpPr>
        <p:spPr>
          <a:xfrm>
            <a:off x="234125" y="3337800"/>
            <a:ext cx="8574600" cy="1114800"/>
          </a:xfrm>
          <a:prstGeom prst="rect">
            <a:avLst/>
          </a:prstGeom>
        </p:spPr>
        <p:txBody>
          <a:bodyPr anchorCtr="0" anchor="b" bIns="0" lIns="0" spcFirstLastPara="1" rIns="0" wrap="square" tIns="0">
            <a:noAutofit/>
          </a:bodyPr>
          <a:lstStyle>
            <a:lvl1pPr lvl="0">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p:txBody>
      </p:sp>
      <p:sp>
        <p:nvSpPr>
          <p:cNvPr id="125" name="Google Shape;125;p9"/>
          <p:cNvSpPr txBox="1"/>
          <p:nvPr>
            <p:ph idx="1" type="subTitle"/>
          </p:nvPr>
        </p:nvSpPr>
        <p:spPr>
          <a:xfrm>
            <a:off x="228600" y="228600"/>
            <a:ext cx="28701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126" name="Google Shape;126;p9"/>
          <p:cNvSpPr txBox="1"/>
          <p:nvPr>
            <p:ph idx="3"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27" name="Google Shape;127;p9"/>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28" name="Google Shape;128;p9"/>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129" name="Google Shape;129;p9"/>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30" name="Google Shape;130;p9"/>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31" name="Google Shape;131;p9"/>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rds w/ images">
  <p:cSld name="BLANK_1_1_1_1_1_1_1_1_1_1_3">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34" name="Google Shape;134;p10"/>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35" name="Google Shape;135;p10"/>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grpSp>
        <p:nvGrpSpPr>
          <p:cNvPr id="136" name="Google Shape;136;p10"/>
          <p:cNvGrpSpPr/>
          <p:nvPr/>
        </p:nvGrpSpPr>
        <p:grpSpPr>
          <a:xfrm rot="5400000">
            <a:off x="8691475" y="228504"/>
            <a:ext cx="228589" cy="228623"/>
            <a:chOff x="1688332" y="4135245"/>
            <a:chExt cx="338700" cy="338700"/>
          </a:xfrm>
        </p:grpSpPr>
        <p:sp>
          <p:nvSpPr>
            <p:cNvPr id="137" name="Google Shape;137;p10"/>
            <p:cNvSpPr/>
            <p:nvPr/>
          </p:nvSpPr>
          <p:spPr>
            <a:xfrm rot="-5400000">
              <a:off x="1688332" y="4135245"/>
              <a:ext cx="338700" cy="3387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grpSp>
          <p:nvGrpSpPr>
            <p:cNvPr id="138" name="Google Shape;138;p10"/>
            <p:cNvGrpSpPr/>
            <p:nvPr/>
          </p:nvGrpSpPr>
          <p:grpSpPr>
            <a:xfrm rot="-5400000">
              <a:off x="1787014" y="4262191"/>
              <a:ext cx="169598" cy="84809"/>
              <a:chOff x="498725" y="2069800"/>
              <a:chExt cx="205200" cy="102600"/>
            </a:xfrm>
          </p:grpSpPr>
          <p:cxnSp>
            <p:nvCxnSpPr>
              <p:cNvPr id="139" name="Google Shape;139;p10"/>
              <p:cNvCxnSpPr/>
              <p:nvPr/>
            </p:nvCxnSpPr>
            <p:spPr>
              <a:xfrm>
                <a:off x="498725" y="2069800"/>
                <a:ext cx="102600" cy="102600"/>
              </a:xfrm>
              <a:prstGeom prst="straightConnector1">
                <a:avLst/>
              </a:prstGeom>
              <a:noFill/>
              <a:ln cap="flat" cmpd="sng" w="9525">
                <a:solidFill>
                  <a:schemeClr val="dk1"/>
                </a:solidFill>
                <a:prstDash val="solid"/>
                <a:round/>
                <a:headEnd len="med" w="med" type="none"/>
                <a:tailEnd len="med" w="med" type="none"/>
              </a:ln>
            </p:spPr>
          </p:cxnSp>
          <p:cxnSp>
            <p:nvCxnSpPr>
              <p:cNvPr id="140" name="Google Shape;140;p10"/>
              <p:cNvCxnSpPr/>
              <p:nvPr/>
            </p:nvCxnSpPr>
            <p:spPr>
              <a:xfrm flipH="1">
                <a:off x="601325" y="2069800"/>
                <a:ext cx="102600" cy="102600"/>
              </a:xfrm>
              <a:prstGeom prst="straightConnector1">
                <a:avLst/>
              </a:prstGeom>
              <a:noFill/>
              <a:ln cap="flat" cmpd="sng" w="9525">
                <a:solidFill>
                  <a:schemeClr val="dk1"/>
                </a:solidFill>
                <a:prstDash val="solid"/>
                <a:round/>
                <a:headEnd len="med" w="med" type="none"/>
                <a:tailEnd len="med" w="med" type="none"/>
              </a:ln>
            </p:spPr>
          </p:cxnSp>
        </p:grpSp>
      </p:grpSp>
      <p:sp>
        <p:nvSpPr>
          <p:cNvPr id="141" name="Google Shape;141;p10"/>
          <p:cNvSpPr/>
          <p:nvPr>
            <p:ph idx="4" type="pic"/>
          </p:nvPr>
        </p:nvSpPr>
        <p:spPr>
          <a:xfrm>
            <a:off x="426700" y="1896600"/>
            <a:ext cx="665400" cy="685500"/>
          </a:xfrm>
          <a:prstGeom prst="roundRect">
            <a:avLst>
              <a:gd fmla="val 17601" name="adj"/>
            </a:avLst>
          </a:prstGeom>
          <a:noFill/>
          <a:ln>
            <a:noFill/>
          </a:ln>
        </p:spPr>
      </p:sp>
      <p:sp>
        <p:nvSpPr>
          <p:cNvPr id="142" name="Google Shape;142;p10"/>
          <p:cNvSpPr txBox="1"/>
          <p:nvPr>
            <p:ph idx="5" type="subTitle"/>
          </p:nvPr>
        </p:nvSpPr>
        <p:spPr>
          <a:xfrm>
            <a:off x="426700" y="2708802"/>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43" name="Google Shape;143;p10"/>
          <p:cNvSpPr txBox="1"/>
          <p:nvPr>
            <p:ph idx="6" type="subTitle"/>
          </p:nvPr>
        </p:nvSpPr>
        <p:spPr>
          <a:xfrm>
            <a:off x="426700" y="2936076"/>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44" name="Google Shape;144;p10"/>
          <p:cNvSpPr txBox="1"/>
          <p:nvPr>
            <p:ph idx="7" type="body"/>
          </p:nvPr>
        </p:nvSpPr>
        <p:spPr>
          <a:xfrm>
            <a:off x="426700" y="3251425"/>
            <a:ext cx="17619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145" name="Google Shape;145;p10"/>
          <p:cNvSpPr/>
          <p:nvPr>
            <p:ph idx="8" type="pic"/>
          </p:nvPr>
        </p:nvSpPr>
        <p:spPr>
          <a:xfrm>
            <a:off x="2621800" y="1896600"/>
            <a:ext cx="665400" cy="685500"/>
          </a:xfrm>
          <a:prstGeom prst="roundRect">
            <a:avLst>
              <a:gd fmla="val 17601" name="adj"/>
            </a:avLst>
          </a:prstGeom>
          <a:noFill/>
          <a:ln>
            <a:noFill/>
          </a:ln>
        </p:spPr>
      </p:sp>
      <p:sp>
        <p:nvSpPr>
          <p:cNvPr id="146" name="Google Shape;146;p10"/>
          <p:cNvSpPr txBox="1"/>
          <p:nvPr>
            <p:ph idx="9" type="subTitle"/>
          </p:nvPr>
        </p:nvSpPr>
        <p:spPr>
          <a:xfrm>
            <a:off x="2621800" y="2708807"/>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47" name="Google Shape;147;p10"/>
          <p:cNvSpPr txBox="1"/>
          <p:nvPr>
            <p:ph idx="13" type="subTitle"/>
          </p:nvPr>
        </p:nvSpPr>
        <p:spPr>
          <a:xfrm>
            <a:off x="2621800" y="2936075"/>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48" name="Google Shape;148;p10"/>
          <p:cNvSpPr txBox="1"/>
          <p:nvPr>
            <p:ph idx="14" type="body"/>
          </p:nvPr>
        </p:nvSpPr>
        <p:spPr>
          <a:xfrm>
            <a:off x="2621800" y="3251425"/>
            <a:ext cx="17058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149" name="Google Shape;149;p10"/>
          <p:cNvSpPr/>
          <p:nvPr>
            <p:ph idx="15" type="pic"/>
          </p:nvPr>
        </p:nvSpPr>
        <p:spPr>
          <a:xfrm>
            <a:off x="4816900" y="1896600"/>
            <a:ext cx="665400" cy="685500"/>
          </a:xfrm>
          <a:prstGeom prst="roundRect">
            <a:avLst>
              <a:gd fmla="val 17601" name="adj"/>
            </a:avLst>
          </a:prstGeom>
          <a:noFill/>
          <a:ln>
            <a:noFill/>
          </a:ln>
        </p:spPr>
      </p:sp>
      <p:sp>
        <p:nvSpPr>
          <p:cNvPr id="150" name="Google Shape;150;p10"/>
          <p:cNvSpPr txBox="1"/>
          <p:nvPr>
            <p:ph idx="16" type="subTitle"/>
          </p:nvPr>
        </p:nvSpPr>
        <p:spPr>
          <a:xfrm>
            <a:off x="4816900" y="2708808"/>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51" name="Google Shape;151;p10"/>
          <p:cNvSpPr txBox="1"/>
          <p:nvPr>
            <p:ph idx="17" type="subTitle"/>
          </p:nvPr>
        </p:nvSpPr>
        <p:spPr>
          <a:xfrm>
            <a:off x="4816900" y="2936076"/>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52" name="Google Shape;152;p10"/>
          <p:cNvSpPr txBox="1"/>
          <p:nvPr>
            <p:ph idx="18" type="body"/>
          </p:nvPr>
        </p:nvSpPr>
        <p:spPr>
          <a:xfrm>
            <a:off x="4817025" y="3251425"/>
            <a:ext cx="17619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153" name="Google Shape;153;p10"/>
          <p:cNvSpPr/>
          <p:nvPr>
            <p:ph idx="19" type="pic"/>
          </p:nvPr>
        </p:nvSpPr>
        <p:spPr>
          <a:xfrm>
            <a:off x="7012000" y="1896600"/>
            <a:ext cx="665400" cy="685500"/>
          </a:xfrm>
          <a:prstGeom prst="roundRect">
            <a:avLst>
              <a:gd fmla="val 17601" name="adj"/>
            </a:avLst>
          </a:prstGeom>
          <a:noFill/>
          <a:ln>
            <a:noFill/>
          </a:ln>
        </p:spPr>
      </p:sp>
      <p:sp>
        <p:nvSpPr>
          <p:cNvPr id="154" name="Google Shape;154;p10"/>
          <p:cNvSpPr txBox="1"/>
          <p:nvPr>
            <p:ph idx="20" type="subTitle"/>
          </p:nvPr>
        </p:nvSpPr>
        <p:spPr>
          <a:xfrm>
            <a:off x="7012000" y="2708807"/>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55" name="Google Shape;155;p10"/>
          <p:cNvSpPr txBox="1"/>
          <p:nvPr>
            <p:ph idx="21" type="subTitle"/>
          </p:nvPr>
        </p:nvSpPr>
        <p:spPr>
          <a:xfrm>
            <a:off x="7012000" y="2936076"/>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56" name="Google Shape;156;p10"/>
          <p:cNvSpPr txBox="1"/>
          <p:nvPr>
            <p:ph idx="22" type="body"/>
          </p:nvPr>
        </p:nvSpPr>
        <p:spPr>
          <a:xfrm>
            <a:off x="7012000" y="3251425"/>
            <a:ext cx="17619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cxnSp>
        <p:nvCxnSpPr>
          <p:cNvPr id="157" name="Google Shape;157;p10"/>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58" name="Google Shape;158;p10"/>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59" name="Google Shape;159;p10"/>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hort big title and body">
  <p:cSld name="BLANK_1_1_1_1_1_1_1_1_1_1_2">
    <p:spTree>
      <p:nvGrpSpPr>
        <p:cNvPr id="160" name="Shape 160"/>
        <p:cNvGrpSpPr/>
        <p:nvPr/>
      </p:nvGrpSpPr>
      <p:grpSpPr>
        <a:xfrm>
          <a:off x="0" y="0"/>
          <a:ext cx="0" cy="0"/>
          <a:chOff x="0" y="0"/>
          <a:chExt cx="0" cy="0"/>
        </a:xfrm>
      </p:grpSpPr>
      <p:pic>
        <p:nvPicPr>
          <p:cNvPr descr="Oval black shapes against a shadowy background. " id="161" name="Google Shape;161;p11"/>
          <p:cNvPicPr preferRelativeResize="0"/>
          <p:nvPr/>
        </p:nvPicPr>
        <p:blipFill rotWithShape="1">
          <a:blip r:embed="rId2">
            <a:alphaModFix/>
          </a:blip>
          <a:srcRect b="42245" l="17241" r="25039" t="35"/>
          <a:stretch/>
        </p:blipFill>
        <p:spPr>
          <a:xfrm>
            <a:off x="0" y="-289"/>
            <a:ext cx="9144000" cy="5144100"/>
          </a:xfrm>
          <a:prstGeom prst="roundRect">
            <a:avLst>
              <a:gd fmla="val 0" name="adj"/>
            </a:avLst>
          </a:prstGeom>
          <a:noFill/>
          <a:ln cap="flat" cmpd="sng" w="9525">
            <a:solidFill>
              <a:schemeClr val="accent1"/>
            </a:solidFill>
            <a:prstDash val="solid"/>
            <a:round/>
            <a:headEnd len="sm" w="sm" type="none"/>
            <a:tailEnd len="sm" w="sm" type="none"/>
          </a:ln>
        </p:spPr>
      </p:pic>
      <p:sp>
        <p:nvSpPr>
          <p:cNvPr id="162" name="Google Shape;162;p11"/>
          <p:cNvSpPr txBox="1"/>
          <p:nvPr>
            <p:ph idx="1" type="subTitle"/>
          </p:nvPr>
        </p:nvSpPr>
        <p:spPr>
          <a:xfrm>
            <a:off x="4314775" y="3818375"/>
            <a:ext cx="4230600" cy="452700"/>
          </a:xfrm>
          <a:prstGeom prst="rect">
            <a:avLst/>
          </a:prstGeom>
        </p:spPr>
        <p:txBody>
          <a:bodyPr anchorCtr="0" anchor="b"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63" name="Google Shape;163;p11"/>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64" name="Google Shape;164;p11"/>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65" name="Google Shape;165;p11"/>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66" name="Google Shape;166;p11"/>
          <p:cNvSpPr txBox="1"/>
          <p:nvPr>
            <p:ph type="title"/>
          </p:nvPr>
        </p:nvSpPr>
        <p:spPr>
          <a:xfrm>
            <a:off x="228600" y="290448"/>
            <a:ext cx="3655800" cy="2407500"/>
          </a:xfrm>
          <a:prstGeom prst="rect">
            <a:avLst/>
          </a:prstGeom>
        </p:spPr>
        <p:txBody>
          <a:bodyPr anchorCtr="0" anchor="t" bIns="91425" lIns="0" spcFirstLastPara="1" rIns="91425" wrap="square" tIns="91425">
            <a:spAutoFit/>
          </a:bodyPr>
          <a:lstStyle>
            <a:lvl1pPr lvl="0">
              <a:lnSpc>
                <a:spcPct val="85000"/>
              </a:lnSpc>
              <a:spcBef>
                <a:spcPts val="0"/>
              </a:spcBef>
              <a:spcAft>
                <a:spcPts val="0"/>
              </a:spcAft>
              <a:buNone/>
              <a:defRPr sz="4800">
                <a:solidFill>
                  <a:schemeClr val="dk2"/>
                </a:solidFill>
              </a:defRPr>
            </a:lvl1pPr>
            <a:lvl2pPr lvl="1">
              <a:lnSpc>
                <a:spcPct val="85000"/>
              </a:lnSpc>
              <a:spcBef>
                <a:spcPts val="0"/>
              </a:spcBef>
              <a:spcAft>
                <a:spcPts val="0"/>
              </a:spcAft>
              <a:buNone/>
              <a:defRPr sz="4800">
                <a:solidFill>
                  <a:schemeClr val="dk2"/>
                </a:solidFill>
              </a:defRPr>
            </a:lvl2pPr>
            <a:lvl3pPr lvl="2">
              <a:lnSpc>
                <a:spcPct val="85000"/>
              </a:lnSpc>
              <a:spcBef>
                <a:spcPts val="0"/>
              </a:spcBef>
              <a:spcAft>
                <a:spcPts val="0"/>
              </a:spcAft>
              <a:buNone/>
              <a:defRPr sz="4800">
                <a:solidFill>
                  <a:schemeClr val="dk2"/>
                </a:solidFill>
              </a:defRPr>
            </a:lvl3pPr>
            <a:lvl4pPr lvl="3">
              <a:lnSpc>
                <a:spcPct val="85000"/>
              </a:lnSpc>
              <a:spcBef>
                <a:spcPts val="0"/>
              </a:spcBef>
              <a:spcAft>
                <a:spcPts val="0"/>
              </a:spcAft>
              <a:buNone/>
              <a:defRPr sz="4800">
                <a:solidFill>
                  <a:schemeClr val="dk2"/>
                </a:solidFill>
              </a:defRPr>
            </a:lvl4pPr>
            <a:lvl5pPr lvl="4">
              <a:lnSpc>
                <a:spcPct val="85000"/>
              </a:lnSpc>
              <a:spcBef>
                <a:spcPts val="0"/>
              </a:spcBef>
              <a:spcAft>
                <a:spcPts val="0"/>
              </a:spcAft>
              <a:buNone/>
              <a:defRPr sz="4800">
                <a:solidFill>
                  <a:schemeClr val="dk2"/>
                </a:solidFill>
              </a:defRPr>
            </a:lvl5pPr>
            <a:lvl6pPr lvl="5">
              <a:lnSpc>
                <a:spcPct val="85000"/>
              </a:lnSpc>
              <a:spcBef>
                <a:spcPts val="0"/>
              </a:spcBef>
              <a:spcAft>
                <a:spcPts val="0"/>
              </a:spcAft>
              <a:buNone/>
              <a:defRPr sz="4800">
                <a:solidFill>
                  <a:schemeClr val="dk2"/>
                </a:solidFill>
              </a:defRPr>
            </a:lvl6pPr>
            <a:lvl7pPr lvl="6">
              <a:lnSpc>
                <a:spcPct val="85000"/>
              </a:lnSpc>
              <a:spcBef>
                <a:spcPts val="0"/>
              </a:spcBef>
              <a:spcAft>
                <a:spcPts val="0"/>
              </a:spcAft>
              <a:buNone/>
              <a:defRPr sz="4800">
                <a:solidFill>
                  <a:schemeClr val="dk2"/>
                </a:solidFill>
              </a:defRPr>
            </a:lvl7pPr>
            <a:lvl8pPr lvl="7">
              <a:lnSpc>
                <a:spcPct val="85000"/>
              </a:lnSpc>
              <a:spcBef>
                <a:spcPts val="0"/>
              </a:spcBef>
              <a:spcAft>
                <a:spcPts val="0"/>
              </a:spcAft>
              <a:buNone/>
              <a:defRPr sz="4800">
                <a:solidFill>
                  <a:schemeClr val="dk2"/>
                </a:solidFill>
              </a:defRPr>
            </a:lvl8pPr>
            <a:lvl9pPr lvl="8">
              <a:lnSpc>
                <a:spcPct val="85000"/>
              </a:lnSpc>
              <a:spcBef>
                <a:spcPts val="0"/>
              </a:spcBef>
              <a:spcAft>
                <a:spcPts val="0"/>
              </a:spcAft>
              <a:buNone/>
              <a:defRPr sz="4800">
                <a:solidFill>
                  <a:schemeClr val="dk2"/>
                </a:solidFill>
              </a:defRPr>
            </a:lvl9pPr>
          </a:lstStyle>
          <a:p/>
        </p:txBody>
      </p:sp>
      <p:cxnSp>
        <p:nvCxnSpPr>
          <p:cNvPr id="167" name="Google Shape;167;p11"/>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cxnSp>
        <p:nvCxnSpPr>
          <p:cNvPr id="168" name="Google Shape;168;p11"/>
          <p:cNvCxnSpPr/>
          <p:nvPr/>
        </p:nvCxnSpPr>
        <p:spPr>
          <a:xfrm>
            <a:off x="4159025" y="226100"/>
            <a:ext cx="0" cy="4457700"/>
          </a:xfrm>
          <a:prstGeom prst="straightConnector1">
            <a:avLst/>
          </a:prstGeom>
          <a:noFill/>
          <a:ln cap="flat" cmpd="sng" w="9525">
            <a:solidFill>
              <a:schemeClr val="accent1"/>
            </a:solidFill>
            <a:prstDash val="solid"/>
            <a:round/>
            <a:headEnd len="med" w="med" type="none"/>
            <a:tailEnd len="med" w="med" type="none"/>
          </a:ln>
        </p:spPr>
      </p:cxnSp>
      <p:cxnSp>
        <p:nvCxnSpPr>
          <p:cNvPr id="169" name="Google Shape;169;p11"/>
          <p:cNvCxnSpPr/>
          <p:nvPr/>
        </p:nvCxnSpPr>
        <p:spPr>
          <a:xfrm>
            <a:off x="228600" y="226100"/>
            <a:ext cx="8687100" cy="0"/>
          </a:xfrm>
          <a:prstGeom prst="straightConnector1">
            <a:avLst/>
          </a:prstGeom>
          <a:noFill/>
          <a:ln cap="flat" cmpd="sng" w="9525">
            <a:solidFill>
              <a:schemeClr val="accent1"/>
            </a:solidFill>
            <a:prstDash val="solid"/>
            <a:round/>
            <a:headEnd len="med" w="med" type="none"/>
            <a:tailEnd len="med" w="med" type="none"/>
          </a:ln>
        </p:spPr>
      </p:cxnSp>
      <p:sp>
        <p:nvSpPr>
          <p:cNvPr id="170" name="Google Shape;170;p11"/>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71" name="Google Shape;171;p11"/>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ALT 2">
  <p:cSld name="BLANK_1_1_1_1_1_1_1_1_1_1_1_1_2">
    <p:spTree>
      <p:nvGrpSpPr>
        <p:cNvPr id="172" name="Shape 172"/>
        <p:cNvGrpSpPr/>
        <p:nvPr/>
      </p:nvGrpSpPr>
      <p:grpSpPr>
        <a:xfrm>
          <a:off x="0" y="0"/>
          <a:ext cx="0" cy="0"/>
          <a:chOff x="0" y="0"/>
          <a:chExt cx="0" cy="0"/>
        </a:xfrm>
      </p:grpSpPr>
      <p:sp>
        <p:nvSpPr>
          <p:cNvPr id="173" name="Google Shape;173;p12"/>
          <p:cNvSpPr txBox="1"/>
          <p:nvPr>
            <p:ph idx="1" type="body"/>
          </p:nvPr>
        </p:nvSpPr>
        <p:spPr>
          <a:xfrm>
            <a:off x="228600" y="1743625"/>
            <a:ext cx="4296600" cy="2709000"/>
          </a:xfrm>
          <a:prstGeom prst="rect">
            <a:avLst/>
          </a:prstGeom>
        </p:spPr>
        <p:txBody>
          <a:bodyPr anchorCtr="0" anchor="b" bIns="91425" lIns="0"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800"/>
              </a:spcBef>
              <a:spcAft>
                <a:spcPts val="0"/>
              </a:spcAft>
              <a:buSzPts val="1400"/>
              <a:buChar char="○"/>
              <a:defRPr sz="1400"/>
            </a:lvl2pPr>
            <a:lvl3pPr indent="-317500" lvl="2" marL="1371600">
              <a:spcBef>
                <a:spcPts val="800"/>
              </a:spcBef>
              <a:spcAft>
                <a:spcPts val="0"/>
              </a:spcAft>
              <a:buSzPts val="1400"/>
              <a:buChar char="■"/>
              <a:defRPr sz="1400"/>
            </a:lvl3pPr>
            <a:lvl4pPr indent="-317500" lvl="3" marL="1828800">
              <a:spcBef>
                <a:spcPts val="800"/>
              </a:spcBef>
              <a:spcAft>
                <a:spcPts val="0"/>
              </a:spcAft>
              <a:buSzPts val="1400"/>
              <a:buChar char="●"/>
              <a:defRPr sz="1400"/>
            </a:lvl4pPr>
            <a:lvl5pPr indent="-317500" lvl="4" marL="2286000">
              <a:spcBef>
                <a:spcPts val="800"/>
              </a:spcBef>
              <a:spcAft>
                <a:spcPts val="0"/>
              </a:spcAft>
              <a:buSzPts val="1400"/>
              <a:buChar char="○"/>
              <a:defRPr sz="1400"/>
            </a:lvl5pPr>
            <a:lvl6pPr indent="-317500" lvl="5" marL="2743200">
              <a:spcBef>
                <a:spcPts val="800"/>
              </a:spcBef>
              <a:spcAft>
                <a:spcPts val="0"/>
              </a:spcAft>
              <a:buSzPts val="1400"/>
              <a:buChar char="■"/>
              <a:defRPr sz="1400"/>
            </a:lvl6pPr>
            <a:lvl7pPr indent="-317500" lvl="6" marL="3200400">
              <a:spcBef>
                <a:spcPts val="800"/>
              </a:spcBef>
              <a:spcAft>
                <a:spcPts val="0"/>
              </a:spcAft>
              <a:buSzPts val="1400"/>
              <a:buChar char="●"/>
              <a:defRPr sz="1400"/>
            </a:lvl7pPr>
            <a:lvl8pPr indent="-317500" lvl="7" marL="3657600">
              <a:spcBef>
                <a:spcPts val="800"/>
              </a:spcBef>
              <a:spcAft>
                <a:spcPts val="0"/>
              </a:spcAft>
              <a:buSzPts val="1400"/>
              <a:buChar char="○"/>
              <a:defRPr sz="1400"/>
            </a:lvl8pPr>
            <a:lvl9pPr indent="-317500" lvl="8" marL="4114800">
              <a:spcBef>
                <a:spcPts val="800"/>
              </a:spcBef>
              <a:spcAft>
                <a:spcPts val="800"/>
              </a:spcAft>
              <a:buSzPts val="1400"/>
              <a:buChar char="■"/>
              <a:defRPr sz="1400"/>
            </a:lvl9pPr>
          </a:lstStyle>
          <a:p/>
        </p:txBody>
      </p:sp>
      <p:sp>
        <p:nvSpPr>
          <p:cNvPr id="174" name="Google Shape;174;p12"/>
          <p:cNvSpPr/>
          <p:nvPr>
            <p:ph idx="2" type="pic"/>
          </p:nvPr>
        </p:nvSpPr>
        <p:spPr>
          <a:xfrm>
            <a:off x="5342000" y="457200"/>
            <a:ext cx="3573300" cy="3995400"/>
          </a:xfrm>
          <a:prstGeom prst="roundRect">
            <a:avLst>
              <a:gd fmla="val 6865" name="adj"/>
            </a:avLst>
          </a:prstGeom>
          <a:noFill/>
          <a:ln>
            <a:noFill/>
          </a:ln>
        </p:spPr>
      </p:sp>
      <p:sp>
        <p:nvSpPr>
          <p:cNvPr id="175" name="Google Shape;175;p12"/>
          <p:cNvSpPr txBox="1"/>
          <p:nvPr>
            <p:ph idx="3"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76" name="Google Shape;176;p12"/>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77" name="Google Shape;177;p12"/>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78" name="Google Shape;178;p12"/>
          <p:cNvSpPr txBox="1"/>
          <p:nvPr>
            <p:ph idx="6"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Urbanist Medium"/>
              <a:buNone/>
              <a:defRPr sz="1200">
                <a:latin typeface="Urbanist Medium"/>
                <a:ea typeface="Urbanist Medium"/>
                <a:cs typeface="Urbanist Medium"/>
                <a:sym typeface="Urbanist Medium"/>
              </a:defRPr>
            </a:lvl1pPr>
            <a:lvl2pPr lvl="1">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2pPr>
            <a:lvl3pPr lvl="2">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3pPr>
            <a:lvl4pPr lvl="3">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4pPr>
            <a:lvl5pPr lvl="4">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5pPr>
            <a:lvl6pPr lvl="5">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6pPr>
            <a:lvl7pPr lvl="6">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7pPr>
            <a:lvl8pPr lvl="7">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8pPr>
            <a:lvl9pPr lvl="8">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9pPr>
          </a:lstStyle>
          <a:p/>
        </p:txBody>
      </p:sp>
      <p:sp>
        <p:nvSpPr>
          <p:cNvPr id="179" name="Google Shape;179;p12"/>
          <p:cNvSpPr txBox="1"/>
          <p:nvPr>
            <p:ph type="title"/>
          </p:nvPr>
        </p:nvSpPr>
        <p:spPr>
          <a:xfrm>
            <a:off x="228600" y="613525"/>
            <a:ext cx="42966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cxnSp>
        <p:nvCxnSpPr>
          <p:cNvPr id="180" name="Google Shape;180;p12"/>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81" name="Google Shape;181;p12"/>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82" name="Google Shape;182;p12"/>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cards">
  <p:cSld name="CUSTOM_1">
    <p:spTree>
      <p:nvGrpSpPr>
        <p:cNvPr id="183" name="Shape 183"/>
        <p:cNvGrpSpPr/>
        <p:nvPr/>
      </p:nvGrpSpPr>
      <p:grpSpPr>
        <a:xfrm>
          <a:off x="0" y="0"/>
          <a:ext cx="0" cy="0"/>
          <a:chOff x="0" y="0"/>
          <a:chExt cx="0" cy="0"/>
        </a:xfrm>
      </p:grpSpPr>
      <p:sp>
        <p:nvSpPr>
          <p:cNvPr id="184" name="Google Shape;184;p13"/>
          <p:cNvSpPr txBox="1"/>
          <p:nvPr>
            <p:ph type="title"/>
          </p:nvPr>
        </p:nvSpPr>
        <p:spPr>
          <a:xfrm>
            <a:off x="3386700" y="489887"/>
            <a:ext cx="18621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Medium"/>
              <a:buNone/>
              <a:defRPr sz="1800">
                <a:solidFill>
                  <a:schemeClr val="accent3"/>
                </a:solidFill>
              </a:defRPr>
            </a:lvl2pPr>
            <a:lvl3pPr lvl="2">
              <a:spcBef>
                <a:spcPts val="0"/>
              </a:spcBef>
              <a:spcAft>
                <a:spcPts val="0"/>
              </a:spcAft>
              <a:buClr>
                <a:schemeClr val="accent3"/>
              </a:buClr>
              <a:buSzPts val="1800"/>
              <a:buFont typeface="Urbanist Medium"/>
              <a:buNone/>
              <a:defRPr sz="1800">
                <a:solidFill>
                  <a:schemeClr val="accent3"/>
                </a:solidFill>
              </a:defRPr>
            </a:lvl3pPr>
            <a:lvl4pPr lvl="3">
              <a:spcBef>
                <a:spcPts val="0"/>
              </a:spcBef>
              <a:spcAft>
                <a:spcPts val="0"/>
              </a:spcAft>
              <a:buClr>
                <a:schemeClr val="accent3"/>
              </a:buClr>
              <a:buSzPts val="1800"/>
              <a:buFont typeface="Urbanist Medium"/>
              <a:buNone/>
              <a:defRPr sz="1800">
                <a:solidFill>
                  <a:schemeClr val="accent3"/>
                </a:solidFill>
              </a:defRPr>
            </a:lvl4pPr>
            <a:lvl5pPr lvl="4">
              <a:spcBef>
                <a:spcPts val="0"/>
              </a:spcBef>
              <a:spcAft>
                <a:spcPts val="0"/>
              </a:spcAft>
              <a:buClr>
                <a:schemeClr val="accent3"/>
              </a:buClr>
              <a:buSzPts val="1800"/>
              <a:buFont typeface="Urbanist Medium"/>
              <a:buNone/>
              <a:defRPr sz="1800">
                <a:solidFill>
                  <a:schemeClr val="accent3"/>
                </a:solidFill>
              </a:defRPr>
            </a:lvl5pPr>
            <a:lvl6pPr lvl="5">
              <a:spcBef>
                <a:spcPts val="0"/>
              </a:spcBef>
              <a:spcAft>
                <a:spcPts val="0"/>
              </a:spcAft>
              <a:buClr>
                <a:schemeClr val="accent3"/>
              </a:buClr>
              <a:buSzPts val="1800"/>
              <a:buFont typeface="Urbanist Medium"/>
              <a:buNone/>
              <a:defRPr sz="1800">
                <a:solidFill>
                  <a:schemeClr val="accent3"/>
                </a:solidFill>
              </a:defRPr>
            </a:lvl6pPr>
            <a:lvl7pPr lvl="6">
              <a:spcBef>
                <a:spcPts val="0"/>
              </a:spcBef>
              <a:spcAft>
                <a:spcPts val="0"/>
              </a:spcAft>
              <a:buClr>
                <a:schemeClr val="accent3"/>
              </a:buClr>
              <a:buSzPts val="1800"/>
              <a:buFont typeface="Urbanist Medium"/>
              <a:buNone/>
              <a:defRPr sz="1800">
                <a:solidFill>
                  <a:schemeClr val="accent3"/>
                </a:solidFill>
              </a:defRPr>
            </a:lvl7pPr>
            <a:lvl8pPr lvl="7">
              <a:spcBef>
                <a:spcPts val="0"/>
              </a:spcBef>
              <a:spcAft>
                <a:spcPts val="0"/>
              </a:spcAft>
              <a:buClr>
                <a:schemeClr val="accent3"/>
              </a:buClr>
              <a:buSzPts val="1800"/>
              <a:buFont typeface="Urbanist Medium"/>
              <a:buNone/>
              <a:defRPr sz="1800">
                <a:solidFill>
                  <a:schemeClr val="accent3"/>
                </a:solidFill>
              </a:defRPr>
            </a:lvl8pPr>
            <a:lvl9pPr lvl="8">
              <a:spcBef>
                <a:spcPts val="0"/>
              </a:spcBef>
              <a:spcAft>
                <a:spcPts val="0"/>
              </a:spcAft>
              <a:buClr>
                <a:schemeClr val="accent3"/>
              </a:buClr>
              <a:buSzPts val="1800"/>
              <a:buFont typeface="Urbanist Medium"/>
              <a:buNone/>
              <a:defRPr sz="1800">
                <a:solidFill>
                  <a:schemeClr val="accent3"/>
                </a:solidFill>
              </a:defRPr>
            </a:lvl9pPr>
          </a:lstStyle>
          <a:p/>
        </p:txBody>
      </p:sp>
      <p:sp>
        <p:nvSpPr>
          <p:cNvPr id="185" name="Google Shape;185;p13"/>
          <p:cNvSpPr txBox="1"/>
          <p:nvPr>
            <p:ph idx="1" type="subTitle"/>
          </p:nvPr>
        </p:nvSpPr>
        <p:spPr>
          <a:xfrm>
            <a:off x="3386700" y="690369"/>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186" name="Google Shape;186;p13"/>
          <p:cNvSpPr txBox="1"/>
          <p:nvPr>
            <p:ph idx="2" type="subTitle"/>
          </p:nvPr>
        </p:nvSpPr>
        <p:spPr>
          <a:xfrm>
            <a:off x="3386700" y="1070875"/>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187" name="Google Shape;187;p13"/>
          <p:cNvSpPr txBox="1"/>
          <p:nvPr>
            <p:ph idx="3" type="title"/>
          </p:nvPr>
        </p:nvSpPr>
        <p:spPr>
          <a:xfrm>
            <a:off x="6307650" y="482616"/>
            <a:ext cx="18621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188" name="Google Shape;188;p13"/>
          <p:cNvSpPr txBox="1"/>
          <p:nvPr>
            <p:ph idx="4" type="subTitle"/>
          </p:nvPr>
        </p:nvSpPr>
        <p:spPr>
          <a:xfrm>
            <a:off x="6307650" y="690369"/>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189" name="Google Shape;189;p13"/>
          <p:cNvSpPr txBox="1"/>
          <p:nvPr>
            <p:ph idx="5" type="subTitle"/>
          </p:nvPr>
        </p:nvSpPr>
        <p:spPr>
          <a:xfrm>
            <a:off x="6307650" y="1070875"/>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190" name="Google Shape;190;p13"/>
          <p:cNvSpPr txBox="1"/>
          <p:nvPr>
            <p:ph idx="6" type="title"/>
          </p:nvPr>
        </p:nvSpPr>
        <p:spPr>
          <a:xfrm>
            <a:off x="233850" y="228600"/>
            <a:ext cx="21900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1pPr>
            <a:lvl2pPr lvl="1">
              <a:spcBef>
                <a:spcPts val="0"/>
              </a:spcBef>
              <a:spcAft>
                <a:spcPts val="0"/>
              </a:spcAft>
              <a:buClr>
                <a:schemeClr val="dk2"/>
              </a:buClr>
              <a:buSzPts val="3000"/>
              <a:buFont typeface="Urbanist"/>
              <a:buNone/>
              <a:defRPr>
                <a:solidFill>
                  <a:schemeClr val="dk2"/>
                </a:solidFill>
              </a:defRPr>
            </a:lvl2pPr>
            <a:lvl3pPr lvl="2">
              <a:spcBef>
                <a:spcPts val="0"/>
              </a:spcBef>
              <a:spcAft>
                <a:spcPts val="0"/>
              </a:spcAft>
              <a:buClr>
                <a:schemeClr val="dk2"/>
              </a:buClr>
              <a:buSzPts val="3000"/>
              <a:buFont typeface="Urbanist"/>
              <a:buNone/>
              <a:defRPr>
                <a:solidFill>
                  <a:schemeClr val="dk2"/>
                </a:solidFill>
              </a:defRPr>
            </a:lvl3pPr>
            <a:lvl4pPr lvl="3">
              <a:spcBef>
                <a:spcPts val="0"/>
              </a:spcBef>
              <a:spcAft>
                <a:spcPts val="0"/>
              </a:spcAft>
              <a:buClr>
                <a:schemeClr val="dk2"/>
              </a:buClr>
              <a:buSzPts val="3000"/>
              <a:buFont typeface="Urbanist"/>
              <a:buNone/>
              <a:defRPr>
                <a:solidFill>
                  <a:schemeClr val="dk2"/>
                </a:solidFill>
              </a:defRPr>
            </a:lvl4pPr>
            <a:lvl5pPr lvl="4">
              <a:spcBef>
                <a:spcPts val="0"/>
              </a:spcBef>
              <a:spcAft>
                <a:spcPts val="0"/>
              </a:spcAft>
              <a:buClr>
                <a:schemeClr val="dk2"/>
              </a:buClr>
              <a:buSzPts val="3000"/>
              <a:buFont typeface="Urbanist"/>
              <a:buNone/>
              <a:defRPr>
                <a:solidFill>
                  <a:schemeClr val="dk2"/>
                </a:solidFill>
              </a:defRPr>
            </a:lvl5pPr>
            <a:lvl6pPr lvl="5">
              <a:spcBef>
                <a:spcPts val="0"/>
              </a:spcBef>
              <a:spcAft>
                <a:spcPts val="0"/>
              </a:spcAft>
              <a:buClr>
                <a:schemeClr val="dk2"/>
              </a:buClr>
              <a:buSzPts val="3000"/>
              <a:buFont typeface="Urbanist"/>
              <a:buNone/>
              <a:defRPr>
                <a:solidFill>
                  <a:schemeClr val="dk2"/>
                </a:solidFill>
              </a:defRPr>
            </a:lvl6pPr>
            <a:lvl7pPr lvl="6">
              <a:spcBef>
                <a:spcPts val="0"/>
              </a:spcBef>
              <a:spcAft>
                <a:spcPts val="0"/>
              </a:spcAft>
              <a:buClr>
                <a:schemeClr val="dk2"/>
              </a:buClr>
              <a:buSzPts val="3000"/>
              <a:buFont typeface="Urbanist"/>
              <a:buNone/>
              <a:defRPr>
                <a:solidFill>
                  <a:schemeClr val="dk2"/>
                </a:solidFill>
              </a:defRPr>
            </a:lvl7pPr>
            <a:lvl8pPr lvl="7">
              <a:spcBef>
                <a:spcPts val="0"/>
              </a:spcBef>
              <a:spcAft>
                <a:spcPts val="0"/>
              </a:spcAft>
              <a:buClr>
                <a:schemeClr val="dk2"/>
              </a:buClr>
              <a:buSzPts val="3000"/>
              <a:buFont typeface="Urbanist"/>
              <a:buNone/>
              <a:defRPr>
                <a:solidFill>
                  <a:schemeClr val="dk2"/>
                </a:solidFill>
              </a:defRPr>
            </a:lvl8pPr>
            <a:lvl9pPr lvl="8">
              <a:spcBef>
                <a:spcPts val="0"/>
              </a:spcBef>
              <a:spcAft>
                <a:spcPts val="0"/>
              </a:spcAft>
              <a:buClr>
                <a:schemeClr val="dk2"/>
              </a:buClr>
              <a:buSzPts val="3000"/>
              <a:buFont typeface="Urbanist"/>
              <a:buNone/>
              <a:defRPr>
                <a:solidFill>
                  <a:schemeClr val="dk2"/>
                </a:solidFill>
              </a:defRPr>
            </a:lvl9pPr>
          </a:lstStyle>
          <a:p/>
        </p:txBody>
      </p:sp>
      <p:sp>
        <p:nvSpPr>
          <p:cNvPr id="191" name="Google Shape;191;p13"/>
          <p:cNvSpPr txBox="1"/>
          <p:nvPr>
            <p:ph idx="7" type="subTitle"/>
          </p:nvPr>
        </p:nvSpPr>
        <p:spPr>
          <a:xfrm>
            <a:off x="3482800" y="4057204"/>
            <a:ext cx="1076100" cy="168300"/>
          </a:xfrm>
          <a:prstGeom prst="rect">
            <a:avLst/>
          </a:prstGeom>
        </p:spPr>
        <p:txBody>
          <a:bodyPr anchorCtr="0" anchor="t" bIns="91425" lIns="0" spcFirstLastPara="1" rIns="91425" wrap="square" tIns="0">
            <a:noAutofit/>
          </a:bodyPr>
          <a:lstStyle>
            <a:lvl1pPr lvl="0" algn="ctr">
              <a:lnSpc>
                <a:spcPct val="85000"/>
              </a:lnSpc>
              <a:spcBef>
                <a:spcPts val="0"/>
              </a:spcBef>
              <a:spcAft>
                <a:spcPts val="0"/>
              </a:spcAft>
              <a:buNone/>
              <a:defRPr sz="800">
                <a:solidFill>
                  <a:schemeClr val="dk1"/>
                </a:solidFill>
                <a:latin typeface="Urbanist Medium"/>
                <a:ea typeface="Urbanist Medium"/>
                <a:cs typeface="Urbanist Medium"/>
                <a:sym typeface="Urbanist Medium"/>
              </a:defRPr>
            </a:lvl1pPr>
            <a:lvl2pPr lvl="1"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2pPr>
            <a:lvl3pPr lvl="2"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3pPr>
            <a:lvl4pPr lvl="3"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4pPr>
            <a:lvl5pPr lvl="4"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5pPr>
            <a:lvl6pPr lvl="5"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6pPr>
            <a:lvl7pPr lvl="6"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7pPr>
            <a:lvl8pPr lvl="7"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8pPr>
            <a:lvl9pPr lvl="8"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9pPr>
          </a:lstStyle>
          <a:p/>
        </p:txBody>
      </p:sp>
      <p:sp>
        <p:nvSpPr>
          <p:cNvPr id="192" name="Google Shape;192;p13"/>
          <p:cNvSpPr txBox="1"/>
          <p:nvPr>
            <p:ph idx="8" type="subTitle"/>
          </p:nvPr>
        </p:nvSpPr>
        <p:spPr>
          <a:xfrm>
            <a:off x="6405300" y="4057079"/>
            <a:ext cx="1076100" cy="168300"/>
          </a:xfrm>
          <a:prstGeom prst="rect">
            <a:avLst/>
          </a:prstGeom>
        </p:spPr>
        <p:txBody>
          <a:bodyPr anchorCtr="0" anchor="t" bIns="91425" lIns="0" spcFirstLastPara="1" rIns="91425" wrap="square" tIns="0">
            <a:noAutofit/>
          </a:bodyPr>
          <a:lstStyle>
            <a:lvl1pPr lvl="0" algn="ctr">
              <a:lnSpc>
                <a:spcPct val="85000"/>
              </a:lnSpc>
              <a:spcBef>
                <a:spcPts val="0"/>
              </a:spcBef>
              <a:spcAft>
                <a:spcPts val="0"/>
              </a:spcAft>
              <a:buNone/>
              <a:defRPr sz="800">
                <a:solidFill>
                  <a:schemeClr val="dk1"/>
                </a:solidFill>
                <a:latin typeface="Urbanist Medium"/>
                <a:ea typeface="Urbanist Medium"/>
                <a:cs typeface="Urbanist Medium"/>
                <a:sym typeface="Urbanist Medium"/>
              </a:defRPr>
            </a:lvl1pPr>
            <a:lvl2pPr lvl="1"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2pPr>
            <a:lvl3pPr lvl="2"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3pPr>
            <a:lvl4pPr lvl="3"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4pPr>
            <a:lvl5pPr lvl="4"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5pPr>
            <a:lvl6pPr lvl="5"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6pPr>
            <a:lvl7pPr lvl="6"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7pPr>
            <a:lvl8pPr lvl="7"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8pPr>
            <a:lvl9pPr lvl="8"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9pPr>
          </a:lstStyle>
          <a:p/>
        </p:txBody>
      </p:sp>
      <p:sp>
        <p:nvSpPr>
          <p:cNvPr id="193" name="Google Shape;193;p13"/>
          <p:cNvSpPr txBox="1"/>
          <p:nvPr>
            <p:ph idx="9"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94" name="Google Shape;194;p13"/>
          <p:cNvSpPr txBox="1"/>
          <p:nvPr>
            <p:ph idx="1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95" name="Google Shape;195;p13"/>
          <p:cNvSpPr txBox="1"/>
          <p:nvPr>
            <p:ph idx="1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196" name="Google Shape;196;p13"/>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grpSp>
        <p:nvGrpSpPr>
          <p:cNvPr id="197" name="Google Shape;197;p13"/>
          <p:cNvGrpSpPr/>
          <p:nvPr/>
        </p:nvGrpSpPr>
        <p:grpSpPr>
          <a:xfrm rot="-5400000">
            <a:off x="4794488" y="4206993"/>
            <a:ext cx="141588" cy="73485"/>
            <a:chOff x="498725" y="2069800"/>
            <a:chExt cx="205200" cy="106500"/>
          </a:xfrm>
        </p:grpSpPr>
        <p:cxnSp>
          <p:nvCxnSpPr>
            <p:cNvPr id="198" name="Google Shape;198;p13"/>
            <p:cNvCxnSpPr/>
            <p:nvPr/>
          </p:nvCxnSpPr>
          <p:spPr>
            <a:xfrm flipH="1" rot="-5400000">
              <a:off x="498725" y="2069800"/>
              <a:ext cx="103500" cy="103500"/>
            </a:xfrm>
            <a:prstGeom prst="straightConnector1">
              <a:avLst/>
            </a:prstGeom>
            <a:noFill/>
            <a:ln cap="flat" cmpd="sng" w="9525">
              <a:solidFill>
                <a:schemeClr val="lt2"/>
              </a:solidFill>
              <a:prstDash val="solid"/>
              <a:round/>
              <a:headEnd len="med" w="med" type="none"/>
              <a:tailEnd len="med" w="med" type="none"/>
            </a:ln>
          </p:spPr>
        </p:cxnSp>
        <p:cxnSp>
          <p:nvCxnSpPr>
            <p:cNvPr id="199" name="Google Shape;199;p13"/>
            <p:cNvCxnSpPr/>
            <p:nvPr/>
          </p:nvCxnSpPr>
          <p:spPr>
            <a:xfrm rot="5400000">
              <a:off x="596825" y="2069200"/>
              <a:ext cx="106500" cy="107700"/>
            </a:xfrm>
            <a:prstGeom prst="straightConnector1">
              <a:avLst/>
            </a:prstGeom>
            <a:noFill/>
            <a:ln cap="flat" cmpd="sng" w="9525">
              <a:solidFill>
                <a:schemeClr val="lt2"/>
              </a:solidFill>
              <a:prstDash val="solid"/>
              <a:round/>
              <a:headEnd len="med" w="med" type="none"/>
              <a:tailEnd len="med" w="med" type="none"/>
            </a:ln>
          </p:spPr>
        </p:cxnSp>
      </p:grpSp>
      <p:sp>
        <p:nvSpPr>
          <p:cNvPr id="200" name="Google Shape;200;p13"/>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01" name="Google Shape;201;p13"/>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cards">
  <p:cSld name="CUSTOM_1_1">
    <p:spTree>
      <p:nvGrpSpPr>
        <p:cNvPr id="202" name="Shape 202"/>
        <p:cNvGrpSpPr/>
        <p:nvPr/>
      </p:nvGrpSpPr>
      <p:grpSpPr>
        <a:xfrm>
          <a:off x="0" y="0"/>
          <a:ext cx="0" cy="0"/>
          <a:chOff x="0" y="0"/>
          <a:chExt cx="0" cy="0"/>
        </a:xfrm>
      </p:grpSpPr>
      <p:sp>
        <p:nvSpPr>
          <p:cNvPr id="203" name="Google Shape;203;p14"/>
          <p:cNvSpPr txBox="1"/>
          <p:nvPr>
            <p:ph type="title"/>
          </p:nvPr>
        </p:nvSpPr>
        <p:spPr>
          <a:xfrm>
            <a:off x="233850" y="228600"/>
            <a:ext cx="21900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Urbanist"/>
              <a:buNone/>
              <a:defRPr sz="1200">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p:txBody>
      </p:sp>
      <p:sp>
        <p:nvSpPr>
          <p:cNvPr id="204" name="Google Shape;204;p14"/>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05" name="Google Shape;205;p14"/>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06" name="Google Shape;206;p14"/>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07" name="Google Shape;207;p14"/>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08" name="Google Shape;208;p14"/>
          <p:cNvSpPr txBox="1"/>
          <p:nvPr>
            <p:ph idx="4" type="title"/>
          </p:nvPr>
        </p:nvSpPr>
        <p:spPr>
          <a:xfrm>
            <a:off x="3379125" y="49110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09" name="Google Shape;209;p14"/>
          <p:cNvSpPr txBox="1"/>
          <p:nvPr>
            <p:ph idx="5" type="subTitle"/>
          </p:nvPr>
        </p:nvSpPr>
        <p:spPr>
          <a:xfrm>
            <a:off x="3379125" y="691577"/>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10" name="Google Shape;210;p14"/>
          <p:cNvSpPr txBox="1"/>
          <p:nvPr>
            <p:ph idx="6" type="subTitle"/>
          </p:nvPr>
        </p:nvSpPr>
        <p:spPr>
          <a:xfrm>
            <a:off x="3379123" y="107207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11" name="Google Shape;211;p14"/>
          <p:cNvSpPr txBox="1"/>
          <p:nvPr>
            <p:ph idx="7" type="title"/>
          </p:nvPr>
        </p:nvSpPr>
        <p:spPr>
          <a:xfrm>
            <a:off x="6318039" y="49110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12" name="Google Shape;212;p14"/>
          <p:cNvSpPr txBox="1"/>
          <p:nvPr>
            <p:ph idx="8" type="subTitle"/>
          </p:nvPr>
        </p:nvSpPr>
        <p:spPr>
          <a:xfrm>
            <a:off x="6318039" y="691577"/>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13" name="Google Shape;213;p14"/>
          <p:cNvSpPr txBox="1"/>
          <p:nvPr>
            <p:ph idx="9" type="subTitle"/>
          </p:nvPr>
        </p:nvSpPr>
        <p:spPr>
          <a:xfrm>
            <a:off x="6318036" y="107207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14" name="Google Shape;214;p14"/>
          <p:cNvSpPr txBox="1"/>
          <p:nvPr>
            <p:ph idx="13" type="title"/>
          </p:nvPr>
        </p:nvSpPr>
        <p:spPr>
          <a:xfrm>
            <a:off x="6318039" y="265574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15" name="Google Shape;215;p14"/>
          <p:cNvSpPr txBox="1"/>
          <p:nvPr>
            <p:ph idx="14" type="subTitle"/>
          </p:nvPr>
        </p:nvSpPr>
        <p:spPr>
          <a:xfrm>
            <a:off x="6318039" y="2856216"/>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16" name="Google Shape;216;p14"/>
          <p:cNvSpPr txBox="1"/>
          <p:nvPr>
            <p:ph idx="15" type="subTitle"/>
          </p:nvPr>
        </p:nvSpPr>
        <p:spPr>
          <a:xfrm>
            <a:off x="6318036" y="323671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17" name="Google Shape;217;p14"/>
          <p:cNvSpPr txBox="1"/>
          <p:nvPr>
            <p:ph idx="16" type="title"/>
          </p:nvPr>
        </p:nvSpPr>
        <p:spPr>
          <a:xfrm>
            <a:off x="3379125" y="265574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18" name="Google Shape;218;p14"/>
          <p:cNvSpPr txBox="1"/>
          <p:nvPr>
            <p:ph idx="17" type="subTitle"/>
          </p:nvPr>
        </p:nvSpPr>
        <p:spPr>
          <a:xfrm>
            <a:off x="3379125" y="2856216"/>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19" name="Google Shape;219;p14"/>
          <p:cNvSpPr txBox="1"/>
          <p:nvPr>
            <p:ph idx="18" type="subTitle"/>
          </p:nvPr>
        </p:nvSpPr>
        <p:spPr>
          <a:xfrm>
            <a:off x="3379123" y="323671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20" name="Google Shape;220;p14"/>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21" name="Google Shape;221;p14"/>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p:cSld name="CUSTOM_7_1_1_1_1_1_1_1_1_1_1_1_1_1_1_1_1_1">
    <p:spTree>
      <p:nvGrpSpPr>
        <p:cNvPr id="222" name="Shape 222"/>
        <p:cNvGrpSpPr/>
        <p:nvPr/>
      </p:nvGrpSpPr>
      <p:grpSpPr>
        <a:xfrm>
          <a:off x="0" y="0"/>
          <a:ext cx="0" cy="0"/>
          <a:chOff x="0" y="0"/>
          <a:chExt cx="0" cy="0"/>
        </a:xfrm>
      </p:grpSpPr>
      <p:pic>
        <p:nvPicPr>
          <p:cNvPr id="223" name="Google Shape;223;p15"/>
          <p:cNvPicPr preferRelativeResize="0"/>
          <p:nvPr/>
        </p:nvPicPr>
        <p:blipFill rotWithShape="1">
          <a:blip r:embed="rId2">
            <a:alphaModFix/>
          </a:blip>
          <a:srcRect b="14588" l="0" r="15469" t="0"/>
          <a:stretch/>
        </p:blipFill>
        <p:spPr>
          <a:xfrm flipH="1">
            <a:off x="4571999" y="2061075"/>
            <a:ext cx="4572001" cy="3082424"/>
          </a:xfrm>
          <a:prstGeom prst="rect">
            <a:avLst/>
          </a:prstGeom>
          <a:noFill/>
          <a:ln>
            <a:noFill/>
          </a:ln>
        </p:spPr>
      </p:pic>
      <p:cxnSp>
        <p:nvCxnSpPr>
          <p:cNvPr id="224" name="Google Shape;224;p15"/>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25" name="Google Shape;225;p15"/>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26" name="Google Shape;226;p15"/>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27" name="Google Shape;227;p15"/>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28" name="Google Shape;228;p15"/>
          <p:cNvSpPr txBox="1"/>
          <p:nvPr>
            <p:ph idx="4"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229" name="Google Shape;229;p15"/>
          <p:cNvSpPr txBox="1"/>
          <p:nvPr>
            <p:ph type="title"/>
          </p:nvPr>
        </p:nvSpPr>
        <p:spPr>
          <a:xfrm>
            <a:off x="355225" y="1775475"/>
            <a:ext cx="18621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30" name="Google Shape;230;p15"/>
          <p:cNvSpPr txBox="1"/>
          <p:nvPr>
            <p:ph idx="5" type="subTitle"/>
          </p:nvPr>
        </p:nvSpPr>
        <p:spPr>
          <a:xfrm>
            <a:off x="355225"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31" name="Google Shape;231;p15"/>
          <p:cNvSpPr txBox="1"/>
          <p:nvPr>
            <p:ph idx="6" type="body"/>
          </p:nvPr>
        </p:nvSpPr>
        <p:spPr>
          <a:xfrm>
            <a:off x="355225" y="2465025"/>
            <a:ext cx="18267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32" name="Google Shape;232;p15"/>
          <p:cNvSpPr txBox="1"/>
          <p:nvPr>
            <p:ph idx="7" type="title"/>
          </p:nvPr>
        </p:nvSpPr>
        <p:spPr>
          <a:xfrm>
            <a:off x="2543875" y="1775475"/>
            <a:ext cx="1862100" cy="293100"/>
          </a:xfrm>
          <a:prstGeom prst="rect">
            <a:avLst/>
          </a:prstGeom>
        </p:spPr>
        <p:txBody>
          <a:bodyPr anchorCtr="0" anchor="b" bIns="91425" lIns="0" spcFirstLastPara="1" rIns="91425" wrap="square" tIns="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33" name="Google Shape;233;p15"/>
          <p:cNvSpPr txBox="1"/>
          <p:nvPr>
            <p:ph idx="8" type="subTitle"/>
          </p:nvPr>
        </p:nvSpPr>
        <p:spPr>
          <a:xfrm>
            <a:off x="2543875"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34" name="Google Shape;234;p15"/>
          <p:cNvSpPr txBox="1"/>
          <p:nvPr>
            <p:ph idx="9" type="body"/>
          </p:nvPr>
        </p:nvSpPr>
        <p:spPr>
          <a:xfrm>
            <a:off x="2543875" y="2465025"/>
            <a:ext cx="18267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35" name="Google Shape;235;p15"/>
          <p:cNvSpPr txBox="1"/>
          <p:nvPr>
            <p:ph idx="13" type="title"/>
          </p:nvPr>
        </p:nvSpPr>
        <p:spPr>
          <a:xfrm>
            <a:off x="4745500" y="1775475"/>
            <a:ext cx="1862100" cy="293100"/>
          </a:xfrm>
          <a:prstGeom prst="rect">
            <a:avLst/>
          </a:prstGeom>
        </p:spPr>
        <p:txBody>
          <a:bodyPr anchorCtr="0" anchor="b" bIns="91425" lIns="0" spcFirstLastPara="1" rIns="91425" wrap="square" tIns="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36" name="Google Shape;236;p15"/>
          <p:cNvSpPr txBox="1"/>
          <p:nvPr>
            <p:ph idx="14" type="subTitle"/>
          </p:nvPr>
        </p:nvSpPr>
        <p:spPr>
          <a:xfrm>
            <a:off x="4745500"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37" name="Google Shape;237;p15"/>
          <p:cNvSpPr txBox="1"/>
          <p:nvPr>
            <p:ph idx="15" type="body"/>
          </p:nvPr>
        </p:nvSpPr>
        <p:spPr>
          <a:xfrm>
            <a:off x="4745400" y="2465025"/>
            <a:ext cx="18267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38" name="Google Shape;238;p15"/>
          <p:cNvSpPr txBox="1"/>
          <p:nvPr>
            <p:ph idx="16" type="title"/>
          </p:nvPr>
        </p:nvSpPr>
        <p:spPr>
          <a:xfrm>
            <a:off x="6942300" y="1775475"/>
            <a:ext cx="1862100" cy="293100"/>
          </a:xfrm>
          <a:prstGeom prst="rect">
            <a:avLst/>
          </a:prstGeom>
        </p:spPr>
        <p:txBody>
          <a:bodyPr anchorCtr="0" anchor="b" bIns="91425" lIns="0" spcFirstLastPara="1" rIns="91425" wrap="square" tIns="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39" name="Google Shape;239;p15"/>
          <p:cNvSpPr txBox="1"/>
          <p:nvPr>
            <p:ph idx="17" type="subTitle"/>
          </p:nvPr>
        </p:nvSpPr>
        <p:spPr>
          <a:xfrm>
            <a:off x="6942300"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40" name="Google Shape;240;p15"/>
          <p:cNvSpPr txBox="1"/>
          <p:nvPr>
            <p:ph idx="18" type="body"/>
          </p:nvPr>
        </p:nvSpPr>
        <p:spPr>
          <a:xfrm>
            <a:off x="6942300" y="2465025"/>
            <a:ext cx="17916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41" name="Google Shape;241;p15"/>
          <p:cNvSpPr txBox="1"/>
          <p:nvPr>
            <p:ph idx="19" type="title"/>
          </p:nvPr>
        </p:nvSpPr>
        <p:spPr>
          <a:xfrm>
            <a:off x="228600" y="613525"/>
            <a:ext cx="3904500" cy="8649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242" name="Google Shape;242;p15"/>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43" name="Google Shape;243;p15"/>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ers">
  <p:cSld name="CUSTOM">
    <p:spTree>
      <p:nvGrpSpPr>
        <p:cNvPr id="244" name="Shape 244"/>
        <p:cNvGrpSpPr/>
        <p:nvPr/>
      </p:nvGrpSpPr>
      <p:grpSpPr>
        <a:xfrm>
          <a:off x="0" y="0"/>
          <a:ext cx="0" cy="0"/>
          <a:chOff x="0" y="0"/>
          <a:chExt cx="0" cy="0"/>
        </a:xfrm>
      </p:grpSpPr>
      <p:sp>
        <p:nvSpPr>
          <p:cNvPr id="245" name="Google Shape;245;p16"/>
          <p:cNvSpPr txBox="1"/>
          <p:nvPr>
            <p:ph idx="1"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Urbanist Medium"/>
              <a:buNone/>
              <a:defRPr sz="1200">
                <a:latin typeface="Urbanist Medium"/>
                <a:ea typeface="Urbanist Medium"/>
                <a:cs typeface="Urbanist Medium"/>
                <a:sym typeface="Urbanist Medium"/>
              </a:defRPr>
            </a:lvl1pPr>
            <a:lvl2pPr lvl="1">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2pPr>
            <a:lvl3pPr lvl="2">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3pPr>
            <a:lvl4pPr lvl="3">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4pPr>
            <a:lvl5pPr lvl="4">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5pPr>
            <a:lvl6pPr lvl="5">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6pPr>
            <a:lvl7pPr lvl="6">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7pPr>
            <a:lvl8pPr lvl="7">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8pPr>
            <a:lvl9pPr lvl="8">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9pPr>
          </a:lstStyle>
          <a:p/>
        </p:txBody>
      </p:sp>
      <p:cxnSp>
        <p:nvCxnSpPr>
          <p:cNvPr id="246" name="Google Shape;246;p16"/>
          <p:cNvCxnSpPr/>
          <p:nvPr/>
        </p:nvCxnSpPr>
        <p:spPr>
          <a:xfrm>
            <a:off x="228450" y="2061025"/>
            <a:ext cx="8687100" cy="0"/>
          </a:xfrm>
          <a:prstGeom prst="straightConnector1">
            <a:avLst/>
          </a:prstGeom>
          <a:noFill/>
          <a:ln cap="flat" cmpd="sng" w="9525">
            <a:solidFill>
              <a:schemeClr val="lt2"/>
            </a:solidFill>
            <a:prstDash val="solid"/>
            <a:round/>
            <a:headEnd len="med" w="med" type="none"/>
            <a:tailEnd len="med" w="med" type="none"/>
          </a:ln>
        </p:spPr>
      </p:cxnSp>
      <p:sp>
        <p:nvSpPr>
          <p:cNvPr id="247" name="Google Shape;247;p16"/>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48" name="Google Shape;248;p16"/>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49" name="Google Shape;249;p16"/>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50" name="Google Shape;250;p16"/>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51" name="Google Shape;251;p16"/>
          <p:cNvSpPr txBox="1"/>
          <p:nvPr>
            <p:ph type="title"/>
          </p:nvPr>
        </p:nvSpPr>
        <p:spPr>
          <a:xfrm>
            <a:off x="228600" y="369300"/>
            <a:ext cx="6480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p:txBody>
      </p:sp>
      <p:sp>
        <p:nvSpPr>
          <p:cNvPr id="252" name="Google Shape;252;p16"/>
          <p:cNvSpPr/>
          <p:nvPr>
            <p:ph idx="5" type="pic"/>
          </p:nvPr>
        </p:nvSpPr>
        <p:spPr>
          <a:xfrm>
            <a:off x="3795900" y="2682425"/>
            <a:ext cx="1458300" cy="1458300"/>
          </a:xfrm>
          <a:prstGeom prst="ellipse">
            <a:avLst/>
          </a:prstGeom>
          <a:noFill/>
          <a:ln cap="flat" cmpd="sng" w="9525">
            <a:solidFill>
              <a:schemeClr val="accent3"/>
            </a:solidFill>
            <a:prstDash val="solid"/>
            <a:round/>
            <a:headEnd len="sm" w="sm" type="none"/>
            <a:tailEnd len="sm" w="sm" type="none"/>
          </a:ln>
        </p:spPr>
      </p:sp>
      <p:sp>
        <p:nvSpPr>
          <p:cNvPr id="253" name="Google Shape;253;p16"/>
          <p:cNvSpPr txBox="1"/>
          <p:nvPr>
            <p:ph idx="6" type="body"/>
          </p:nvPr>
        </p:nvSpPr>
        <p:spPr>
          <a:xfrm>
            <a:off x="5871500" y="2468775"/>
            <a:ext cx="2864700" cy="6765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dk2"/>
              </a:buClr>
              <a:buSzPts val="1000"/>
              <a:buFont typeface="Urbanist"/>
              <a:buChar char="●"/>
              <a:defRPr sz="1000">
                <a:solidFill>
                  <a:schemeClr val="dk2"/>
                </a:solidFill>
              </a:defRPr>
            </a:lvl1pPr>
            <a:lvl2pPr indent="-292100" lvl="1" marL="914400">
              <a:spcBef>
                <a:spcPts val="0"/>
              </a:spcBef>
              <a:spcAft>
                <a:spcPts val="0"/>
              </a:spcAft>
              <a:buClr>
                <a:schemeClr val="dk2"/>
              </a:buClr>
              <a:buSzPts val="1000"/>
              <a:buFont typeface="Urbanist"/>
              <a:buChar char="○"/>
              <a:defRPr sz="1000">
                <a:solidFill>
                  <a:schemeClr val="dk2"/>
                </a:solidFill>
              </a:defRPr>
            </a:lvl2pPr>
            <a:lvl3pPr indent="-292100" lvl="2" marL="1371600">
              <a:spcBef>
                <a:spcPts val="0"/>
              </a:spcBef>
              <a:spcAft>
                <a:spcPts val="0"/>
              </a:spcAft>
              <a:buClr>
                <a:schemeClr val="dk2"/>
              </a:buClr>
              <a:buSzPts val="1000"/>
              <a:buFont typeface="Urbanist"/>
              <a:buChar char="■"/>
              <a:defRPr sz="1000">
                <a:solidFill>
                  <a:schemeClr val="dk2"/>
                </a:solidFill>
              </a:defRPr>
            </a:lvl3pPr>
            <a:lvl4pPr indent="-292100" lvl="3" marL="1828800">
              <a:spcBef>
                <a:spcPts val="0"/>
              </a:spcBef>
              <a:spcAft>
                <a:spcPts val="0"/>
              </a:spcAft>
              <a:buClr>
                <a:schemeClr val="dk2"/>
              </a:buClr>
              <a:buSzPts val="1000"/>
              <a:buFont typeface="Urbanist"/>
              <a:buChar char="●"/>
              <a:defRPr sz="1000">
                <a:solidFill>
                  <a:schemeClr val="dk2"/>
                </a:solidFill>
              </a:defRPr>
            </a:lvl4pPr>
            <a:lvl5pPr indent="-292100" lvl="4" marL="2286000">
              <a:spcBef>
                <a:spcPts val="0"/>
              </a:spcBef>
              <a:spcAft>
                <a:spcPts val="0"/>
              </a:spcAft>
              <a:buClr>
                <a:schemeClr val="dk2"/>
              </a:buClr>
              <a:buSzPts val="1000"/>
              <a:buFont typeface="Urbanist"/>
              <a:buChar char="○"/>
              <a:defRPr sz="1000">
                <a:solidFill>
                  <a:schemeClr val="dk2"/>
                </a:solidFill>
              </a:defRPr>
            </a:lvl5pPr>
            <a:lvl6pPr indent="-292100" lvl="5" marL="2743200">
              <a:spcBef>
                <a:spcPts val="0"/>
              </a:spcBef>
              <a:spcAft>
                <a:spcPts val="0"/>
              </a:spcAft>
              <a:buClr>
                <a:schemeClr val="dk2"/>
              </a:buClr>
              <a:buSzPts val="1000"/>
              <a:buFont typeface="Urbanist"/>
              <a:buChar char="■"/>
              <a:defRPr sz="1000">
                <a:solidFill>
                  <a:schemeClr val="dk2"/>
                </a:solidFill>
              </a:defRPr>
            </a:lvl6pPr>
            <a:lvl7pPr indent="-292100" lvl="6" marL="3200400">
              <a:spcBef>
                <a:spcPts val="0"/>
              </a:spcBef>
              <a:spcAft>
                <a:spcPts val="0"/>
              </a:spcAft>
              <a:buClr>
                <a:schemeClr val="dk2"/>
              </a:buClr>
              <a:buSzPts val="1000"/>
              <a:buFont typeface="Urbanist"/>
              <a:buChar char="●"/>
              <a:defRPr sz="1000">
                <a:solidFill>
                  <a:schemeClr val="dk2"/>
                </a:solidFill>
              </a:defRPr>
            </a:lvl7pPr>
            <a:lvl8pPr indent="-292100" lvl="7" marL="3657600">
              <a:spcBef>
                <a:spcPts val="0"/>
              </a:spcBef>
              <a:spcAft>
                <a:spcPts val="0"/>
              </a:spcAft>
              <a:buClr>
                <a:schemeClr val="dk2"/>
              </a:buClr>
              <a:buSzPts val="1000"/>
              <a:buFont typeface="Urbanist"/>
              <a:buChar char="○"/>
              <a:defRPr sz="1000">
                <a:solidFill>
                  <a:schemeClr val="dk2"/>
                </a:solidFill>
              </a:defRPr>
            </a:lvl8pPr>
            <a:lvl9pPr indent="-292100" lvl="8" marL="4114800">
              <a:spcBef>
                <a:spcPts val="0"/>
              </a:spcBef>
              <a:spcAft>
                <a:spcPts val="0"/>
              </a:spcAft>
              <a:buClr>
                <a:schemeClr val="dk2"/>
              </a:buClr>
              <a:buSzPts val="1000"/>
              <a:buFont typeface="Urbanist"/>
              <a:buChar char="■"/>
              <a:defRPr sz="1000">
                <a:solidFill>
                  <a:schemeClr val="dk2"/>
                </a:solidFill>
              </a:defRPr>
            </a:lvl9pPr>
          </a:lstStyle>
          <a:p/>
        </p:txBody>
      </p:sp>
      <p:sp>
        <p:nvSpPr>
          <p:cNvPr id="254" name="Google Shape;254;p16"/>
          <p:cNvSpPr txBox="1"/>
          <p:nvPr>
            <p:ph idx="7" type="body"/>
          </p:nvPr>
        </p:nvSpPr>
        <p:spPr>
          <a:xfrm>
            <a:off x="5871500" y="3553025"/>
            <a:ext cx="2864700" cy="696000"/>
          </a:xfrm>
          <a:prstGeom prst="rect">
            <a:avLst/>
          </a:prstGeom>
        </p:spPr>
        <p:txBody>
          <a:bodyPr anchorCtr="0" anchor="t" bIns="91425" lIns="0" spcFirstLastPara="1" rIns="91425" wrap="square" tIns="0">
            <a:spAutoFit/>
          </a:bodyPr>
          <a:lstStyle>
            <a:lvl1pPr indent="-304800" lvl="0" marL="457200">
              <a:lnSpc>
                <a:spcPct val="100000"/>
              </a:lnSpc>
              <a:spcBef>
                <a:spcPts val="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1pPr>
            <a:lvl2pPr indent="-304800" lvl="1" marL="9144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2pPr>
            <a:lvl3pPr indent="-304800" lvl="2" marL="13716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3pPr>
            <a:lvl4pPr indent="-304800" lvl="3" marL="18288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4pPr>
            <a:lvl5pPr indent="-304800" lvl="4" marL="22860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5pPr>
            <a:lvl6pPr indent="-304800" lvl="5" marL="27432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6pPr>
            <a:lvl7pPr indent="-304800" lvl="6" marL="32004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7pPr>
            <a:lvl8pPr indent="-304800" lvl="7" marL="36576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8pPr>
            <a:lvl9pPr indent="-304800" lvl="8" marL="4114800">
              <a:lnSpc>
                <a:spcPct val="100000"/>
              </a:lnSpc>
              <a:spcBef>
                <a:spcPts val="800"/>
              </a:spcBef>
              <a:spcAft>
                <a:spcPts val="80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9pPr>
          </a:lstStyle>
          <a:p/>
        </p:txBody>
      </p:sp>
      <p:sp>
        <p:nvSpPr>
          <p:cNvPr id="255" name="Google Shape;255;p16"/>
          <p:cNvSpPr txBox="1"/>
          <p:nvPr>
            <p:ph idx="8" type="subTitle"/>
          </p:nvPr>
        </p:nvSpPr>
        <p:spPr>
          <a:xfrm>
            <a:off x="238800" y="2720113"/>
            <a:ext cx="2824500" cy="145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2pPr>
            <a:lvl3pPr lvl="2">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3pPr>
            <a:lvl4pPr lvl="3">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4pPr>
            <a:lvl5pPr lvl="4">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5pPr>
            <a:lvl6pPr lvl="5">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6pPr>
            <a:lvl7pPr lvl="6">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7pPr>
            <a:lvl8pPr lvl="7">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8pPr>
            <a:lvl9pPr lvl="8">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9pPr>
          </a:lstStyle>
          <a:p/>
        </p:txBody>
      </p:sp>
      <p:sp>
        <p:nvSpPr>
          <p:cNvPr id="256" name="Google Shape;256;p16"/>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57" name="Google Shape;257;p16"/>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s">
  <p:cSld name="CUSTOM_2">
    <p:spTree>
      <p:nvGrpSpPr>
        <p:cNvPr id="258" name="Shape 258"/>
        <p:cNvGrpSpPr/>
        <p:nvPr/>
      </p:nvGrpSpPr>
      <p:grpSpPr>
        <a:xfrm>
          <a:off x="0" y="0"/>
          <a:ext cx="0" cy="0"/>
          <a:chOff x="0" y="0"/>
          <a:chExt cx="0" cy="0"/>
        </a:xfrm>
      </p:grpSpPr>
      <p:sp>
        <p:nvSpPr>
          <p:cNvPr id="259" name="Google Shape;259;p17"/>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60" name="Google Shape;260;p17"/>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61" name="Google Shape;261;p17"/>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62" name="Google Shape;262;p17"/>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63" name="Google Shape;263;p17"/>
          <p:cNvSpPr/>
          <p:nvPr/>
        </p:nvSpPr>
        <p:spPr>
          <a:xfrm>
            <a:off x="228600" y="1395962"/>
            <a:ext cx="2101200" cy="3054000"/>
          </a:xfrm>
          <a:prstGeom prst="roundRect">
            <a:avLst>
              <a:gd fmla="val 9631"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64" name="Google Shape;264;p17"/>
          <p:cNvSpPr/>
          <p:nvPr/>
        </p:nvSpPr>
        <p:spPr>
          <a:xfrm>
            <a:off x="2423700" y="1395962"/>
            <a:ext cx="3198600" cy="3054000"/>
          </a:xfrm>
          <a:prstGeom prst="roundRect">
            <a:avLst>
              <a:gd fmla="val 674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65" name="Google Shape;265;p17"/>
          <p:cNvSpPr/>
          <p:nvPr/>
        </p:nvSpPr>
        <p:spPr>
          <a:xfrm>
            <a:off x="5716850" y="1395962"/>
            <a:ext cx="3198600" cy="1758300"/>
          </a:xfrm>
          <a:prstGeom prst="roundRect">
            <a:avLst>
              <a:gd fmla="val 963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66" name="Google Shape;266;p17"/>
          <p:cNvSpPr/>
          <p:nvPr/>
        </p:nvSpPr>
        <p:spPr>
          <a:xfrm>
            <a:off x="5716200" y="3231390"/>
            <a:ext cx="3198600" cy="1217400"/>
          </a:xfrm>
          <a:prstGeom prst="roundRect">
            <a:avLst>
              <a:gd fmla="val 1360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67" name="Google Shape;267;p17"/>
          <p:cNvSpPr/>
          <p:nvPr>
            <p:ph idx="4" type="pic"/>
          </p:nvPr>
        </p:nvSpPr>
        <p:spPr>
          <a:xfrm>
            <a:off x="381950" y="993050"/>
            <a:ext cx="850500" cy="850500"/>
          </a:xfrm>
          <a:prstGeom prst="ellipse">
            <a:avLst/>
          </a:prstGeom>
          <a:noFill/>
          <a:ln cap="flat" cmpd="sng" w="9525">
            <a:solidFill>
              <a:schemeClr val="accent3"/>
            </a:solidFill>
            <a:prstDash val="solid"/>
            <a:round/>
            <a:headEnd len="sm" w="sm" type="none"/>
            <a:tailEnd len="sm" w="sm" type="none"/>
          </a:ln>
        </p:spPr>
      </p:sp>
      <p:sp>
        <p:nvSpPr>
          <p:cNvPr id="268" name="Google Shape;268;p17"/>
          <p:cNvSpPr txBox="1"/>
          <p:nvPr>
            <p:ph idx="5" type="subTitle"/>
          </p:nvPr>
        </p:nvSpPr>
        <p:spPr>
          <a:xfrm>
            <a:off x="381950" y="2062875"/>
            <a:ext cx="1786500" cy="236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Urbanist"/>
              <a:buNone/>
              <a:defRPr b="1" sz="1200">
                <a:solidFill>
                  <a:schemeClr val="dk1"/>
                </a:solidFill>
              </a:defRPr>
            </a:lvl1pPr>
            <a:lvl2pPr lvl="1">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2pPr>
            <a:lvl3pPr lvl="2">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3pPr>
            <a:lvl4pPr lvl="3">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4pPr>
            <a:lvl5pPr lvl="4">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5pPr>
            <a:lvl6pPr lvl="5">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6pPr>
            <a:lvl7pPr lvl="6">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7pPr>
            <a:lvl8pPr lvl="7">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8pPr>
            <a:lvl9pPr lvl="8">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9pPr>
          </a:lstStyle>
          <a:p/>
        </p:txBody>
      </p:sp>
      <p:sp>
        <p:nvSpPr>
          <p:cNvPr id="269" name="Google Shape;269;p17"/>
          <p:cNvSpPr txBox="1"/>
          <p:nvPr>
            <p:ph idx="6" type="body"/>
          </p:nvPr>
        </p:nvSpPr>
        <p:spPr>
          <a:xfrm>
            <a:off x="381950" y="2453500"/>
            <a:ext cx="1786500" cy="15363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Urbanist"/>
              <a:buChar char="●"/>
              <a:defRPr sz="1000">
                <a:solidFill>
                  <a:schemeClr val="dk1"/>
                </a:solidFill>
              </a:defRPr>
            </a:lvl1pPr>
            <a:lvl2pPr indent="-292100" lvl="1" marL="914400">
              <a:spcBef>
                <a:spcPts val="0"/>
              </a:spcBef>
              <a:spcAft>
                <a:spcPts val="0"/>
              </a:spcAft>
              <a:buClr>
                <a:schemeClr val="dk1"/>
              </a:buClr>
              <a:buSzPts val="1000"/>
              <a:buFont typeface="Urbanist"/>
              <a:buChar char="○"/>
              <a:defRPr sz="1000">
                <a:solidFill>
                  <a:schemeClr val="dk1"/>
                </a:solidFill>
              </a:defRPr>
            </a:lvl2pPr>
            <a:lvl3pPr indent="-292100" lvl="2" marL="1371600">
              <a:spcBef>
                <a:spcPts val="0"/>
              </a:spcBef>
              <a:spcAft>
                <a:spcPts val="0"/>
              </a:spcAft>
              <a:buClr>
                <a:schemeClr val="dk1"/>
              </a:buClr>
              <a:buSzPts val="1000"/>
              <a:buFont typeface="Urbanist"/>
              <a:buChar char="■"/>
              <a:defRPr sz="1000">
                <a:solidFill>
                  <a:schemeClr val="dk1"/>
                </a:solidFill>
              </a:defRPr>
            </a:lvl3pPr>
            <a:lvl4pPr indent="-292100" lvl="3" marL="1828800">
              <a:spcBef>
                <a:spcPts val="0"/>
              </a:spcBef>
              <a:spcAft>
                <a:spcPts val="0"/>
              </a:spcAft>
              <a:buClr>
                <a:schemeClr val="dk1"/>
              </a:buClr>
              <a:buSzPts val="1000"/>
              <a:buFont typeface="Urbanist"/>
              <a:buChar char="●"/>
              <a:defRPr sz="1000">
                <a:solidFill>
                  <a:schemeClr val="dk1"/>
                </a:solidFill>
              </a:defRPr>
            </a:lvl4pPr>
            <a:lvl5pPr indent="-292100" lvl="4" marL="2286000">
              <a:spcBef>
                <a:spcPts val="0"/>
              </a:spcBef>
              <a:spcAft>
                <a:spcPts val="0"/>
              </a:spcAft>
              <a:buClr>
                <a:schemeClr val="dk1"/>
              </a:buClr>
              <a:buSzPts val="1000"/>
              <a:buFont typeface="Urbanist"/>
              <a:buChar char="○"/>
              <a:defRPr sz="1000">
                <a:solidFill>
                  <a:schemeClr val="dk1"/>
                </a:solidFill>
              </a:defRPr>
            </a:lvl5pPr>
            <a:lvl6pPr indent="-292100" lvl="5" marL="2743200">
              <a:spcBef>
                <a:spcPts val="0"/>
              </a:spcBef>
              <a:spcAft>
                <a:spcPts val="0"/>
              </a:spcAft>
              <a:buClr>
                <a:schemeClr val="dk1"/>
              </a:buClr>
              <a:buSzPts val="1000"/>
              <a:buFont typeface="Urbanist"/>
              <a:buChar char="■"/>
              <a:defRPr sz="1000">
                <a:solidFill>
                  <a:schemeClr val="dk1"/>
                </a:solidFill>
              </a:defRPr>
            </a:lvl6pPr>
            <a:lvl7pPr indent="-292100" lvl="6" marL="3200400">
              <a:spcBef>
                <a:spcPts val="0"/>
              </a:spcBef>
              <a:spcAft>
                <a:spcPts val="0"/>
              </a:spcAft>
              <a:buClr>
                <a:schemeClr val="dk1"/>
              </a:buClr>
              <a:buSzPts val="1000"/>
              <a:buFont typeface="Urbanist"/>
              <a:buChar char="●"/>
              <a:defRPr sz="1000">
                <a:solidFill>
                  <a:schemeClr val="dk1"/>
                </a:solidFill>
              </a:defRPr>
            </a:lvl7pPr>
            <a:lvl8pPr indent="-292100" lvl="7" marL="3657600">
              <a:spcBef>
                <a:spcPts val="0"/>
              </a:spcBef>
              <a:spcAft>
                <a:spcPts val="0"/>
              </a:spcAft>
              <a:buClr>
                <a:schemeClr val="dk1"/>
              </a:buClr>
              <a:buSzPts val="1000"/>
              <a:buFont typeface="Urbanist"/>
              <a:buChar char="○"/>
              <a:defRPr sz="1000">
                <a:solidFill>
                  <a:schemeClr val="dk1"/>
                </a:solidFill>
              </a:defRPr>
            </a:lvl8pPr>
            <a:lvl9pPr indent="-292100" lvl="8" marL="4114800">
              <a:spcBef>
                <a:spcPts val="0"/>
              </a:spcBef>
              <a:spcAft>
                <a:spcPts val="0"/>
              </a:spcAft>
              <a:buClr>
                <a:schemeClr val="dk1"/>
              </a:buClr>
              <a:buSzPts val="1000"/>
              <a:buFont typeface="Urbanist"/>
              <a:buChar char="■"/>
              <a:defRPr sz="1000">
                <a:solidFill>
                  <a:schemeClr val="dk1"/>
                </a:solidFill>
              </a:defRPr>
            </a:lvl9pPr>
          </a:lstStyle>
          <a:p/>
        </p:txBody>
      </p:sp>
      <p:sp>
        <p:nvSpPr>
          <p:cNvPr id="270" name="Google Shape;270;p17"/>
          <p:cNvSpPr txBox="1"/>
          <p:nvPr>
            <p:ph idx="7" type="subTitle"/>
          </p:nvPr>
        </p:nvSpPr>
        <p:spPr>
          <a:xfrm>
            <a:off x="2580250" y="1528150"/>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271" name="Google Shape;271;p17"/>
          <p:cNvSpPr txBox="1"/>
          <p:nvPr>
            <p:ph idx="8" type="body"/>
          </p:nvPr>
        </p:nvSpPr>
        <p:spPr>
          <a:xfrm>
            <a:off x="2580250" y="1791652"/>
            <a:ext cx="2911500" cy="6105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cxnSp>
        <p:nvCxnSpPr>
          <p:cNvPr id="272" name="Google Shape;272;p17"/>
          <p:cNvCxnSpPr/>
          <p:nvPr/>
        </p:nvCxnSpPr>
        <p:spPr>
          <a:xfrm>
            <a:off x="2423700" y="2531312"/>
            <a:ext cx="3194400" cy="0"/>
          </a:xfrm>
          <a:prstGeom prst="straightConnector1">
            <a:avLst/>
          </a:prstGeom>
          <a:noFill/>
          <a:ln cap="flat" cmpd="sng" w="9525">
            <a:solidFill>
              <a:schemeClr val="dk1"/>
            </a:solidFill>
            <a:prstDash val="solid"/>
            <a:round/>
            <a:headEnd len="med" w="med" type="none"/>
            <a:tailEnd len="med" w="med" type="none"/>
          </a:ln>
        </p:spPr>
      </p:cxnSp>
      <p:cxnSp>
        <p:nvCxnSpPr>
          <p:cNvPr id="273" name="Google Shape;273;p17"/>
          <p:cNvCxnSpPr/>
          <p:nvPr/>
        </p:nvCxnSpPr>
        <p:spPr>
          <a:xfrm>
            <a:off x="2423700" y="3583537"/>
            <a:ext cx="3194400" cy="0"/>
          </a:xfrm>
          <a:prstGeom prst="straightConnector1">
            <a:avLst/>
          </a:prstGeom>
          <a:noFill/>
          <a:ln cap="flat" cmpd="sng" w="9525">
            <a:solidFill>
              <a:schemeClr val="dk1"/>
            </a:solidFill>
            <a:prstDash val="solid"/>
            <a:round/>
            <a:headEnd len="med" w="med" type="none"/>
            <a:tailEnd len="med" w="med" type="none"/>
          </a:ln>
        </p:spPr>
      </p:cxnSp>
      <p:sp>
        <p:nvSpPr>
          <p:cNvPr id="274" name="Google Shape;274;p17"/>
          <p:cNvSpPr txBox="1"/>
          <p:nvPr>
            <p:ph idx="9" type="subTitle"/>
          </p:nvPr>
        </p:nvSpPr>
        <p:spPr>
          <a:xfrm>
            <a:off x="2580250" y="266045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275" name="Google Shape;275;p17"/>
          <p:cNvSpPr txBox="1"/>
          <p:nvPr>
            <p:ph idx="13" type="body"/>
          </p:nvPr>
        </p:nvSpPr>
        <p:spPr>
          <a:xfrm>
            <a:off x="2580250" y="2931046"/>
            <a:ext cx="2911500" cy="6105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276" name="Google Shape;276;p17"/>
          <p:cNvSpPr/>
          <p:nvPr/>
        </p:nvSpPr>
        <p:spPr>
          <a:xfrm flipH="1">
            <a:off x="2600988" y="3992942"/>
            <a:ext cx="681000" cy="2736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None/>
            </a:pPr>
            <a:r>
              <a:t/>
            </a:r>
            <a:endParaRPr b="1" sz="800">
              <a:solidFill>
                <a:schemeClr val="dk1"/>
              </a:solidFill>
              <a:latin typeface="Urbanist"/>
              <a:ea typeface="Urbanist"/>
              <a:cs typeface="Urbanist"/>
              <a:sym typeface="Urbanist"/>
            </a:endParaRPr>
          </a:p>
        </p:txBody>
      </p:sp>
      <p:sp>
        <p:nvSpPr>
          <p:cNvPr id="277" name="Google Shape;277;p17"/>
          <p:cNvSpPr/>
          <p:nvPr/>
        </p:nvSpPr>
        <p:spPr>
          <a:xfrm flipH="1">
            <a:off x="3654625" y="3992942"/>
            <a:ext cx="681000" cy="2736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None/>
            </a:pPr>
            <a:r>
              <a:t/>
            </a:r>
            <a:endParaRPr b="1" sz="800">
              <a:solidFill>
                <a:schemeClr val="dk1"/>
              </a:solidFill>
              <a:latin typeface="Urbanist"/>
              <a:ea typeface="Urbanist"/>
              <a:cs typeface="Urbanist"/>
              <a:sym typeface="Urbanist"/>
            </a:endParaRPr>
          </a:p>
        </p:txBody>
      </p:sp>
      <p:sp>
        <p:nvSpPr>
          <p:cNvPr id="278" name="Google Shape;278;p17"/>
          <p:cNvSpPr/>
          <p:nvPr/>
        </p:nvSpPr>
        <p:spPr>
          <a:xfrm flipH="1">
            <a:off x="4602650" y="3992942"/>
            <a:ext cx="681000" cy="2736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None/>
            </a:pPr>
            <a:r>
              <a:t/>
            </a:r>
            <a:endParaRPr b="1" sz="800">
              <a:solidFill>
                <a:schemeClr val="dk1"/>
              </a:solidFill>
              <a:latin typeface="Urbanist"/>
              <a:ea typeface="Urbanist"/>
              <a:cs typeface="Urbanist"/>
              <a:sym typeface="Urbanist"/>
            </a:endParaRPr>
          </a:p>
        </p:txBody>
      </p:sp>
      <p:sp>
        <p:nvSpPr>
          <p:cNvPr id="279" name="Google Shape;279;p17"/>
          <p:cNvSpPr txBox="1"/>
          <p:nvPr>
            <p:ph idx="14" type="subTitle"/>
          </p:nvPr>
        </p:nvSpPr>
        <p:spPr>
          <a:xfrm>
            <a:off x="2567250" y="3671882"/>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280" name="Google Shape;280;p17"/>
          <p:cNvSpPr txBox="1"/>
          <p:nvPr>
            <p:ph idx="15" type="subTitle"/>
          </p:nvPr>
        </p:nvSpPr>
        <p:spPr>
          <a:xfrm>
            <a:off x="5877425" y="152815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2pPr>
            <a:lvl3pPr lvl="2">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3pPr>
            <a:lvl4pPr lvl="3">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4pPr>
            <a:lvl5pPr lvl="4">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5pPr>
            <a:lvl6pPr lvl="5">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6pPr>
            <a:lvl7pPr lvl="6">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7pPr>
            <a:lvl8pPr lvl="7">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8pPr>
            <a:lvl9pPr lvl="8">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9pPr>
          </a:lstStyle>
          <a:p/>
        </p:txBody>
      </p:sp>
      <p:sp>
        <p:nvSpPr>
          <p:cNvPr id="281" name="Google Shape;281;p17"/>
          <p:cNvSpPr txBox="1"/>
          <p:nvPr>
            <p:ph idx="16" type="subTitle"/>
          </p:nvPr>
        </p:nvSpPr>
        <p:spPr>
          <a:xfrm>
            <a:off x="5877425" y="178110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800"/>
              <a:buFont typeface="Urbanist"/>
              <a:buNone/>
              <a:defRPr b="1" sz="800">
                <a:solidFill>
                  <a:schemeClr val="accent3"/>
                </a:solidFill>
              </a:defRPr>
            </a:lvl1pPr>
            <a:lvl2pPr lvl="1">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9pPr>
          </a:lstStyle>
          <a:p/>
        </p:txBody>
      </p:sp>
      <p:sp>
        <p:nvSpPr>
          <p:cNvPr id="282" name="Google Shape;282;p17"/>
          <p:cNvSpPr txBox="1"/>
          <p:nvPr>
            <p:ph idx="17" type="subTitle"/>
          </p:nvPr>
        </p:nvSpPr>
        <p:spPr>
          <a:xfrm>
            <a:off x="5877425" y="2219182"/>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800"/>
              <a:buFont typeface="Urbanist"/>
              <a:buNone/>
              <a:defRPr b="1" sz="800">
                <a:solidFill>
                  <a:schemeClr val="accent3"/>
                </a:solidFill>
              </a:defRPr>
            </a:lvl1pPr>
            <a:lvl2pPr lvl="1">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9pPr>
          </a:lstStyle>
          <a:p/>
        </p:txBody>
      </p:sp>
      <p:sp>
        <p:nvSpPr>
          <p:cNvPr id="283" name="Google Shape;283;p17"/>
          <p:cNvSpPr txBox="1"/>
          <p:nvPr>
            <p:ph idx="18" type="subTitle"/>
          </p:nvPr>
        </p:nvSpPr>
        <p:spPr>
          <a:xfrm>
            <a:off x="5877425" y="265725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800"/>
              <a:buFont typeface="Urbanist"/>
              <a:buNone/>
              <a:defRPr b="1" sz="800">
                <a:solidFill>
                  <a:schemeClr val="accent3"/>
                </a:solidFill>
              </a:defRPr>
            </a:lvl1pPr>
            <a:lvl2pPr lvl="1">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9pPr>
          </a:lstStyle>
          <a:p/>
        </p:txBody>
      </p:sp>
      <p:sp>
        <p:nvSpPr>
          <p:cNvPr id="284" name="Google Shape;284;p17"/>
          <p:cNvSpPr txBox="1"/>
          <p:nvPr>
            <p:ph idx="19" type="subTitle"/>
          </p:nvPr>
        </p:nvSpPr>
        <p:spPr>
          <a:xfrm>
            <a:off x="5877425" y="3354932"/>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2pPr>
            <a:lvl3pPr lvl="2">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3pPr>
            <a:lvl4pPr lvl="3">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4pPr>
            <a:lvl5pPr lvl="4">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5pPr>
            <a:lvl6pPr lvl="5">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6pPr>
            <a:lvl7pPr lvl="6">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7pPr>
            <a:lvl8pPr lvl="7">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8pPr>
            <a:lvl9pPr lvl="8">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9pPr>
          </a:lstStyle>
          <a:p/>
        </p:txBody>
      </p:sp>
      <p:sp>
        <p:nvSpPr>
          <p:cNvPr id="285" name="Google Shape;285;p17"/>
          <p:cNvSpPr txBox="1"/>
          <p:nvPr>
            <p:ph idx="20"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286" name="Google Shape;286;p17"/>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87" name="Google Shape;287;p17"/>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ilestones">
  <p:cSld name="CUSTOM_4">
    <p:spTree>
      <p:nvGrpSpPr>
        <p:cNvPr id="288" name="Shape 288"/>
        <p:cNvGrpSpPr/>
        <p:nvPr/>
      </p:nvGrpSpPr>
      <p:grpSpPr>
        <a:xfrm>
          <a:off x="0" y="0"/>
          <a:ext cx="0" cy="0"/>
          <a:chOff x="0" y="0"/>
          <a:chExt cx="0" cy="0"/>
        </a:xfrm>
      </p:grpSpPr>
      <p:sp>
        <p:nvSpPr>
          <p:cNvPr id="289" name="Google Shape;289;p18"/>
          <p:cNvSpPr txBox="1"/>
          <p:nvPr>
            <p:ph idx="1" type="body"/>
          </p:nvPr>
        </p:nvSpPr>
        <p:spPr>
          <a:xfrm>
            <a:off x="2054000" y="2952175"/>
            <a:ext cx="1377600" cy="9378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sp>
        <p:nvSpPr>
          <p:cNvPr id="290" name="Google Shape;290;p18"/>
          <p:cNvSpPr txBox="1"/>
          <p:nvPr>
            <p:ph idx="2" type="body"/>
          </p:nvPr>
        </p:nvSpPr>
        <p:spPr>
          <a:xfrm>
            <a:off x="246150" y="2952175"/>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291" name="Google Shape;291;p18"/>
          <p:cNvSpPr txBox="1"/>
          <p:nvPr>
            <p:ph idx="3" type="subTitle"/>
          </p:nvPr>
        </p:nvSpPr>
        <p:spPr>
          <a:xfrm>
            <a:off x="3829950"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292" name="Google Shape;292;p18"/>
          <p:cNvSpPr txBox="1"/>
          <p:nvPr>
            <p:ph idx="4" type="body"/>
          </p:nvPr>
        </p:nvSpPr>
        <p:spPr>
          <a:xfrm>
            <a:off x="3848250" y="2952163"/>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293" name="Google Shape;293;p18"/>
          <p:cNvSpPr txBox="1"/>
          <p:nvPr>
            <p:ph idx="5" type="subTitle"/>
          </p:nvPr>
        </p:nvSpPr>
        <p:spPr>
          <a:xfrm>
            <a:off x="20774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2pPr>
            <a:lvl3pPr lvl="2"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3pPr>
            <a:lvl4pPr lvl="3"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4pPr>
            <a:lvl5pPr lvl="4"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5pPr>
            <a:lvl6pPr lvl="5"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6pPr>
            <a:lvl7pPr lvl="6"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7pPr>
            <a:lvl8pPr lvl="7"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8pPr>
            <a:lvl9pPr lvl="8"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9pPr>
          </a:lstStyle>
          <a:p/>
        </p:txBody>
      </p:sp>
      <p:sp>
        <p:nvSpPr>
          <p:cNvPr id="294" name="Google Shape;294;p18"/>
          <p:cNvSpPr txBox="1"/>
          <p:nvPr>
            <p:ph idx="6" type="body"/>
          </p:nvPr>
        </p:nvSpPr>
        <p:spPr>
          <a:xfrm>
            <a:off x="5634175" y="2952175"/>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295" name="Google Shape;295;p18"/>
          <p:cNvSpPr txBox="1"/>
          <p:nvPr>
            <p:ph idx="7"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96" name="Google Shape;296;p18"/>
          <p:cNvSpPr txBox="1"/>
          <p:nvPr>
            <p:ph idx="8"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97" name="Google Shape;297;p18"/>
          <p:cNvSpPr txBox="1"/>
          <p:nvPr>
            <p:ph idx="9"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98" name="Google Shape;298;p18"/>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99" name="Google Shape;299;p18"/>
          <p:cNvSpPr txBox="1"/>
          <p:nvPr>
            <p:ph type="title"/>
          </p:nvPr>
        </p:nvSpPr>
        <p:spPr>
          <a:xfrm>
            <a:off x="228600" y="613525"/>
            <a:ext cx="6841500" cy="7530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300" name="Google Shape;300;p18"/>
          <p:cNvSpPr txBox="1"/>
          <p:nvPr>
            <p:ph idx="13" type="subTitle"/>
          </p:nvPr>
        </p:nvSpPr>
        <p:spPr>
          <a:xfrm>
            <a:off x="2775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000"/>
              <a:buFont typeface="Urbanist"/>
              <a:buNone/>
              <a:defRPr sz="1000">
                <a:solidFill>
                  <a:schemeClr val="dk1"/>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p:txBody>
      </p:sp>
      <p:sp>
        <p:nvSpPr>
          <p:cNvPr id="301" name="Google Shape;301;p18"/>
          <p:cNvSpPr txBox="1"/>
          <p:nvPr>
            <p:ph idx="14" type="subTitle"/>
          </p:nvPr>
        </p:nvSpPr>
        <p:spPr>
          <a:xfrm>
            <a:off x="38773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2pPr>
            <a:lvl3pPr lvl="2"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3pPr>
            <a:lvl4pPr lvl="3"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4pPr>
            <a:lvl5pPr lvl="4"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5pPr>
            <a:lvl6pPr lvl="5"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6pPr>
            <a:lvl7pPr lvl="6"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7pPr>
            <a:lvl8pPr lvl="7"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8pPr>
            <a:lvl9pPr lvl="8"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9pPr>
          </a:lstStyle>
          <a:p/>
        </p:txBody>
      </p:sp>
      <p:sp>
        <p:nvSpPr>
          <p:cNvPr id="302" name="Google Shape;302;p18"/>
          <p:cNvSpPr txBox="1"/>
          <p:nvPr>
            <p:ph idx="15" type="subTitle"/>
          </p:nvPr>
        </p:nvSpPr>
        <p:spPr>
          <a:xfrm>
            <a:off x="56772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p:txBody>
      </p:sp>
      <p:sp>
        <p:nvSpPr>
          <p:cNvPr id="303" name="Google Shape;303;p18"/>
          <p:cNvSpPr txBox="1"/>
          <p:nvPr>
            <p:ph idx="16" type="subTitle"/>
          </p:nvPr>
        </p:nvSpPr>
        <p:spPr>
          <a:xfrm>
            <a:off x="74771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p:txBody>
      </p:sp>
      <p:sp>
        <p:nvSpPr>
          <p:cNvPr id="304" name="Google Shape;304;p18"/>
          <p:cNvSpPr txBox="1"/>
          <p:nvPr>
            <p:ph idx="17" type="subTitle"/>
          </p:nvPr>
        </p:nvSpPr>
        <p:spPr>
          <a:xfrm>
            <a:off x="238800"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1200"/>
              <a:buFont typeface="Urbanist"/>
              <a:buNone/>
              <a:defRPr b="1" sz="1200">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5" name="Google Shape;305;p18"/>
          <p:cNvSpPr txBox="1"/>
          <p:nvPr>
            <p:ph idx="18" type="subTitle"/>
          </p:nvPr>
        </p:nvSpPr>
        <p:spPr>
          <a:xfrm>
            <a:off x="2034375"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06" name="Google Shape;306;p18"/>
          <p:cNvSpPr txBox="1"/>
          <p:nvPr>
            <p:ph idx="19" type="subTitle"/>
          </p:nvPr>
        </p:nvSpPr>
        <p:spPr>
          <a:xfrm>
            <a:off x="5645375"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07" name="Google Shape;307;p18"/>
          <p:cNvSpPr txBox="1"/>
          <p:nvPr>
            <p:ph idx="20" type="subTitle"/>
          </p:nvPr>
        </p:nvSpPr>
        <p:spPr>
          <a:xfrm>
            <a:off x="7460789"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08" name="Google Shape;308;p18"/>
          <p:cNvSpPr txBox="1"/>
          <p:nvPr>
            <p:ph idx="21" type="subTitle"/>
          </p:nvPr>
        </p:nvSpPr>
        <p:spPr>
          <a:xfrm>
            <a:off x="372900" y="202945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1600"/>
              <a:buFont typeface="Urbanist"/>
              <a:buNone/>
              <a:defRPr b="1">
                <a:solidFill>
                  <a:schemeClr val="dk1"/>
                </a:solidFill>
              </a:defRPr>
            </a:lvl1pPr>
            <a:lvl2pPr lvl="1" algn="ctr">
              <a:spcBef>
                <a:spcPts val="0"/>
              </a:spcBef>
              <a:spcAft>
                <a:spcPts val="0"/>
              </a:spcAft>
              <a:buSzPts val="1600"/>
              <a:buNone/>
              <a:defRPr sz="1600"/>
            </a:lvl2pPr>
            <a:lvl3pPr lvl="2" algn="ctr">
              <a:spcBef>
                <a:spcPts val="0"/>
              </a:spcBef>
              <a:spcAft>
                <a:spcPts val="0"/>
              </a:spcAft>
              <a:buSzPts val="1600"/>
              <a:buNone/>
              <a:defRPr sz="1600"/>
            </a:lvl3pPr>
            <a:lvl4pPr lvl="3" algn="ctr">
              <a:spcBef>
                <a:spcPts val="0"/>
              </a:spcBef>
              <a:spcAft>
                <a:spcPts val="0"/>
              </a:spcAft>
              <a:buSzPts val="1600"/>
              <a:buNone/>
              <a:defRPr sz="1600"/>
            </a:lvl4pPr>
            <a:lvl5pPr lvl="4" algn="ctr">
              <a:spcBef>
                <a:spcPts val="0"/>
              </a:spcBef>
              <a:spcAft>
                <a:spcPts val="0"/>
              </a:spcAft>
              <a:buSzPts val="1600"/>
              <a:buNone/>
              <a:defRPr sz="1600"/>
            </a:lvl5pPr>
            <a:lvl6pPr lvl="5" algn="ctr">
              <a:spcBef>
                <a:spcPts val="0"/>
              </a:spcBef>
              <a:spcAft>
                <a:spcPts val="0"/>
              </a:spcAft>
              <a:buSzPts val="1600"/>
              <a:buNone/>
              <a:defRPr sz="1600"/>
            </a:lvl6pPr>
            <a:lvl7pPr lvl="6" algn="ctr">
              <a:spcBef>
                <a:spcPts val="0"/>
              </a:spcBef>
              <a:spcAft>
                <a:spcPts val="0"/>
              </a:spcAft>
              <a:buSzPts val="1600"/>
              <a:buNone/>
              <a:defRPr sz="1600"/>
            </a:lvl7pPr>
            <a:lvl8pPr lvl="7" algn="ctr">
              <a:spcBef>
                <a:spcPts val="0"/>
              </a:spcBef>
              <a:spcAft>
                <a:spcPts val="0"/>
              </a:spcAft>
              <a:buSzPts val="1600"/>
              <a:buNone/>
              <a:defRPr sz="1600"/>
            </a:lvl8pPr>
            <a:lvl9pPr lvl="8" algn="ctr">
              <a:spcBef>
                <a:spcPts val="0"/>
              </a:spcBef>
              <a:spcAft>
                <a:spcPts val="0"/>
              </a:spcAft>
              <a:buSzPts val="1600"/>
              <a:buNone/>
              <a:defRPr sz="1600"/>
            </a:lvl9pPr>
          </a:lstStyle>
          <a:p/>
        </p:txBody>
      </p:sp>
      <p:sp>
        <p:nvSpPr>
          <p:cNvPr id="309" name="Google Shape;309;p18"/>
          <p:cNvSpPr txBox="1"/>
          <p:nvPr>
            <p:ph idx="22" type="subTitle"/>
          </p:nvPr>
        </p:nvSpPr>
        <p:spPr>
          <a:xfrm>
            <a:off x="2178663"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10" name="Google Shape;310;p18"/>
          <p:cNvSpPr txBox="1"/>
          <p:nvPr>
            <p:ph idx="23" type="subTitle"/>
          </p:nvPr>
        </p:nvSpPr>
        <p:spPr>
          <a:xfrm>
            <a:off x="3974250"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11" name="Google Shape;311;p18"/>
          <p:cNvSpPr txBox="1"/>
          <p:nvPr>
            <p:ph idx="24" type="subTitle"/>
          </p:nvPr>
        </p:nvSpPr>
        <p:spPr>
          <a:xfrm>
            <a:off x="5789675"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12" name="Google Shape;312;p18"/>
          <p:cNvSpPr txBox="1"/>
          <p:nvPr>
            <p:ph idx="25" type="subTitle"/>
          </p:nvPr>
        </p:nvSpPr>
        <p:spPr>
          <a:xfrm>
            <a:off x="7605089"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13" name="Google Shape;313;p18"/>
          <p:cNvSpPr txBox="1"/>
          <p:nvPr>
            <p:ph idx="26" type="body"/>
          </p:nvPr>
        </p:nvSpPr>
        <p:spPr>
          <a:xfrm>
            <a:off x="7450350" y="2952175"/>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314" name="Google Shape;314;p18"/>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15" name="Google Shape;315;p18"/>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trics ">
  <p:cSld name="CUSTOM_5">
    <p:spTree>
      <p:nvGrpSpPr>
        <p:cNvPr id="316" name="Shape 316"/>
        <p:cNvGrpSpPr/>
        <p:nvPr/>
      </p:nvGrpSpPr>
      <p:grpSpPr>
        <a:xfrm>
          <a:off x="0" y="0"/>
          <a:ext cx="0" cy="0"/>
          <a:chOff x="0" y="0"/>
          <a:chExt cx="0" cy="0"/>
        </a:xfrm>
      </p:grpSpPr>
      <p:sp>
        <p:nvSpPr>
          <p:cNvPr id="317" name="Google Shape;317;p19"/>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18" name="Google Shape;318;p19"/>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19" name="Google Shape;319;p19"/>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320" name="Google Shape;320;p19"/>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321" name="Google Shape;321;p19"/>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22" name="Google Shape;322;p19"/>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23" name="Google Shape;323;p19"/>
          <p:cNvSpPr txBox="1"/>
          <p:nvPr>
            <p:ph idx="4" type="subTitle"/>
          </p:nvPr>
        </p:nvSpPr>
        <p:spPr>
          <a:xfrm>
            <a:off x="6314800" y="458325"/>
            <a:ext cx="2294700" cy="330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4" name="Google Shape;324;p19"/>
          <p:cNvSpPr txBox="1"/>
          <p:nvPr>
            <p:ph type="title"/>
          </p:nvPr>
        </p:nvSpPr>
        <p:spPr>
          <a:xfrm>
            <a:off x="237650" y="746900"/>
            <a:ext cx="2834700" cy="25908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3000"/>
              <a:buFont typeface="Urbanist"/>
              <a:buNone/>
              <a:defRPr>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p:txBody>
      </p:sp>
      <p:sp>
        <p:nvSpPr>
          <p:cNvPr id="325" name="Google Shape;325;p19"/>
          <p:cNvSpPr txBox="1"/>
          <p:nvPr>
            <p:ph idx="5" type="subTitle"/>
          </p:nvPr>
        </p:nvSpPr>
        <p:spPr>
          <a:xfrm>
            <a:off x="229175" y="229175"/>
            <a:ext cx="2834700" cy="330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326" name="Google Shape;326;p19"/>
          <p:cNvSpPr txBox="1"/>
          <p:nvPr>
            <p:ph idx="6" type="subTitle"/>
          </p:nvPr>
        </p:nvSpPr>
        <p:spPr>
          <a:xfrm>
            <a:off x="3437500" y="882725"/>
            <a:ext cx="2294700" cy="500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27" name="Google Shape;327;p19"/>
          <p:cNvSpPr txBox="1"/>
          <p:nvPr>
            <p:ph idx="7" type="title"/>
          </p:nvPr>
        </p:nvSpPr>
        <p:spPr>
          <a:xfrm>
            <a:off x="3611850" y="1848195"/>
            <a:ext cx="1924200" cy="594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6200"/>
              <a:buNone/>
              <a:defRPr sz="6200"/>
            </a:lvl1pPr>
            <a:lvl2pPr lvl="1">
              <a:spcBef>
                <a:spcPts val="0"/>
              </a:spcBef>
              <a:spcAft>
                <a:spcPts val="0"/>
              </a:spcAft>
              <a:buClr>
                <a:schemeClr val="lt1"/>
              </a:buClr>
              <a:buSzPts val="6200"/>
              <a:buNone/>
              <a:defRPr sz="6200"/>
            </a:lvl2pPr>
            <a:lvl3pPr lvl="2">
              <a:spcBef>
                <a:spcPts val="0"/>
              </a:spcBef>
              <a:spcAft>
                <a:spcPts val="0"/>
              </a:spcAft>
              <a:buClr>
                <a:schemeClr val="lt1"/>
              </a:buClr>
              <a:buSzPts val="6200"/>
              <a:buNone/>
              <a:defRPr sz="6200"/>
            </a:lvl3pPr>
            <a:lvl4pPr lvl="3">
              <a:spcBef>
                <a:spcPts val="0"/>
              </a:spcBef>
              <a:spcAft>
                <a:spcPts val="0"/>
              </a:spcAft>
              <a:buClr>
                <a:schemeClr val="lt1"/>
              </a:buClr>
              <a:buSzPts val="6200"/>
              <a:buNone/>
              <a:defRPr sz="6200"/>
            </a:lvl4pPr>
            <a:lvl5pPr lvl="4">
              <a:spcBef>
                <a:spcPts val="0"/>
              </a:spcBef>
              <a:spcAft>
                <a:spcPts val="0"/>
              </a:spcAft>
              <a:buClr>
                <a:schemeClr val="lt1"/>
              </a:buClr>
              <a:buSzPts val="6200"/>
              <a:buNone/>
              <a:defRPr sz="6200"/>
            </a:lvl5pPr>
            <a:lvl6pPr lvl="5">
              <a:spcBef>
                <a:spcPts val="0"/>
              </a:spcBef>
              <a:spcAft>
                <a:spcPts val="0"/>
              </a:spcAft>
              <a:buClr>
                <a:schemeClr val="lt1"/>
              </a:buClr>
              <a:buSzPts val="6200"/>
              <a:buNone/>
              <a:defRPr sz="6200"/>
            </a:lvl6pPr>
            <a:lvl7pPr lvl="6">
              <a:spcBef>
                <a:spcPts val="0"/>
              </a:spcBef>
              <a:spcAft>
                <a:spcPts val="0"/>
              </a:spcAft>
              <a:buClr>
                <a:schemeClr val="lt1"/>
              </a:buClr>
              <a:buSzPts val="6200"/>
              <a:buNone/>
              <a:defRPr sz="6200"/>
            </a:lvl7pPr>
            <a:lvl8pPr lvl="7">
              <a:spcBef>
                <a:spcPts val="0"/>
              </a:spcBef>
              <a:spcAft>
                <a:spcPts val="0"/>
              </a:spcAft>
              <a:buClr>
                <a:schemeClr val="lt1"/>
              </a:buClr>
              <a:buSzPts val="6200"/>
              <a:buNone/>
              <a:defRPr sz="6200"/>
            </a:lvl8pPr>
            <a:lvl9pPr lvl="8">
              <a:spcBef>
                <a:spcPts val="0"/>
              </a:spcBef>
              <a:spcAft>
                <a:spcPts val="0"/>
              </a:spcAft>
              <a:buClr>
                <a:schemeClr val="lt1"/>
              </a:buClr>
              <a:buSzPts val="6200"/>
              <a:buNone/>
              <a:defRPr sz="6200"/>
            </a:lvl9pPr>
          </a:lstStyle>
          <a:p/>
        </p:txBody>
      </p:sp>
      <p:sp>
        <p:nvSpPr>
          <p:cNvPr id="328" name="Google Shape;328;p19"/>
          <p:cNvSpPr txBox="1"/>
          <p:nvPr>
            <p:ph idx="8" type="title"/>
          </p:nvPr>
        </p:nvSpPr>
        <p:spPr>
          <a:xfrm>
            <a:off x="3611850" y="3250202"/>
            <a:ext cx="1920300" cy="59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6200"/>
              <a:buFont typeface="Urbanist"/>
              <a:buNone/>
              <a:defRPr sz="6200">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p:txBody>
      </p:sp>
      <p:sp>
        <p:nvSpPr>
          <p:cNvPr id="329" name="Google Shape;329;p19"/>
          <p:cNvSpPr txBox="1"/>
          <p:nvPr>
            <p:ph idx="9" type="subTitle"/>
          </p:nvPr>
        </p:nvSpPr>
        <p:spPr>
          <a:xfrm>
            <a:off x="3611850" y="2707575"/>
            <a:ext cx="2120400" cy="168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Urbanist"/>
              <a:buNone/>
              <a:defRPr sz="10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30" name="Google Shape;330;p19"/>
          <p:cNvSpPr txBox="1"/>
          <p:nvPr>
            <p:ph idx="13" type="subTitle"/>
          </p:nvPr>
        </p:nvSpPr>
        <p:spPr>
          <a:xfrm>
            <a:off x="3611850" y="4076800"/>
            <a:ext cx="2120400" cy="168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Urbanist"/>
              <a:buNone/>
              <a:defRPr sz="10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31" name="Google Shape;331;p19"/>
          <p:cNvSpPr txBox="1"/>
          <p:nvPr>
            <p:ph idx="14" type="subTitle"/>
          </p:nvPr>
        </p:nvSpPr>
        <p:spPr>
          <a:xfrm>
            <a:off x="6258900" y="3267725"/>
            <a:ext cx="2478300" cy="500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32" name="Google Shape;332;p19"/>
          <p:cNvSpPr txBox="1"/>
          <p:nvPr>
            <p:ph idx="15" type="subTitle"/>
          </p:nvPr>
        </p:nvSpPr>
        <p:spPr>
          <a:xfrm>
            <a:off x="6258900" y="3955225"/>
            <a:ext cx="2478300" cy="3300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1600"/>
              <a:buFont typeface="Urbanist"/>
              <a:buNone/>
              <a:defRPr b="1" u="sng">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33" name="Shape 333"/>
        <p:cNvGrpSpPr/>
        <p:nvPr/>
      </p:nvGrpSpPr>
      <p:grpSpPr>
        <a:xfrm>
          <a:off x="0" y="0"/>
          <a:ext cx="0" cy="0"/>
          <a:chOff x="0" y="0"/>
          <a:chExt cx="0" cy="0"/>
        </a:xfrm>
      </p:grpSpPr>
      <p:sp>
        <p:nvSpPr>
          <p:cNvPr id="334" name="Google Shape;334;p20"/>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35" name="Google Shape;335;p20"/>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36" name="Shape 336"/>
        <p:cNvGrpSpPr/>
        <p:nvPr/>
      </p:nvGrpSpPr>
      <p:grpSpPr>
        <a:xfrm>
          <a:off x="0" y="0"/>
          <a:ext cx="0" cy="0"/>
          <a:chOff x="0" y="0"/>
          <a:chExt cx="0" cy="0"/>
        </a:xfrm>
      </p:grpSpPr>
      <p:sp>
        <p:nvSpPr>
          <p:cNvPr id="337" name="Google Shape;337;p21"/>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38" name="Shape 338"/>
        <p:cNvGrpSpPr/>
        <p:nvPr/>
      </p:nvGrpSpPr>
      <p:grpSpPr>
        <a:xfrm>
          <a:off x="0" y="0"/>
          <a:ext cx="0" cy="0"/>
          <a:chOff x="0" y="0"/>
          <a:chExt cx="0" cy="0"/>
        </a:xfrm>
      </p:grpSpPr>
      <p:sp>
        <p:nvSpPr>
          <p:cNvPr id="339" name="Google Shape;339;p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40" name="Google Shape;340;p2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41" name="Shape 341"/>
        <p:cNvGrpSpPr/>
        <p:nvPr/>
      </p:nvGrpSpPr>
      <p:grpSpPr>
        <a:xfrm>
          <a:off x="0" y="0"/>
          <a:ext cx="0" cy="0"/>
          <a:chOff x="0" y="0"/>
          <a:chExt cx="0" cy="0"/>
        </a:xfrm>
      </p:grpSpPr>
      <p:sp>
        <p:nvSpPr>
          <p:cNvPr id="342" name="Google Shape;342;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43" name="Google Shape;343;p23"/>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44" name="Google Shape;344;p23"/>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45" name="Shape 345"/>
        <p:cNvGrpSpPr/>
        <p:nvPr/>
      </p:nvGrpSpPr>
      <p:grpSpPr>
        <a:xfrm>
          <a:off x="0" y="0"/>
          <a:ext cx="0" cy="0"/>
          <a:chOff x="0" y="0"/>
          <a:chExt cx="0" cy="0"/>
        </a:xfrm>
      </p:grpSpPr>
      <p:sp>
        <p:nvSpPr>
          <p:cNvPr id="346" name="Google Shape;346;p2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47" name="Shape 347"/>
        <p:cNvGrpSpPr/>
        <p:nvPr/>
      </p:nvGrpSpPr>
      <p:grpSpPr>
        <a:xfrm>
          <a:off x="0" y="0"/>
          <a:ext cx="0" cy="0"/>
          <a:chOff x="0" y="0"/>
          <a:chExt cx="0" cy="0"/>
        </a:xfrm>
      </p:grpSpPr>
      <p:sp>
        <p:nvSpPr>
          <p:cNvPr id="348" name="Google Shape;348;p25"/>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9" name="Google Shape;349;p25"/>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50" name="Shape 350"/>
        <p:cNvGrpSpPr/>
        <p:nvPr/>
      </p:nvGrpSpPr>
      <p:grpSpPr>
        <a:xfrm>
          <a:off x="0" y="0"/>
          <a:ext cx="0" cy="0"/>
          <a:chOff x="0" y="0"/>
          <a:chExt cx="0" cy="0"/>
        </a:xfrm>
      </p:grpSpPr>
      <p:sp>
        <p:nvSpPr>
          <p:cNvPr id="351" name="Google Shape;351;p26"/>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52" name="Shape 352"/>
        <p:cNvGrpSpPr/>
        <p:nvPr/>
      </p:nvGrpSpPr>
      <p:grpSpPr>
        <a:xfrm>
          <a:off x="0" y="0"/>
          <a:ext cx="0" cy="0"/>
          <a:chOff x="0" y="0"/>
          <a:chExt cx="0" cy="0"/>
        </a:xfrm>
      </p:grpSpPr>
      <p:sp>
        <p:nvSpPr>
          <p:cNvPr id="353" name="Google Shape;353;p27"/>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54" name="Google Shape;354;p27"/>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355" name="Google Shape;355;p27"/>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56" name="Shape 356"/>
        <p:cNvGrpSpPr/>
        <p:nvPr/>
      </p:nvGrpSpPr>
      <p:grpSpPr>
        <a:xfrm>
          <a:off x="0" y="0"/>
          <a:ext cx="0" cy="0"/>
          <a:chOff x="0" y="0"/>
          <a:chExt cx="0" cy="0"/>
        </a:xfrm>
      </p:grpSpPr>
      <p:sp>
        <p:nvSpPr>
          <p:cNvPr id="357" name="Google Shape;357;p28"/>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58" name="Shape 358"/>
        <p:cNvGrpSpPr/>
        <p:nvPr/>
      </p:nvGrpSpPr>
      <p:grpSpPr>
        <a:xfrm>
          <a:off x="0" y="0"/>
          <a:ext cx="0" cy="0"/>
          <a:chOff x="0" y="0"/>
          <a:chExt cx="0" cy="0"/>
        </a:xfrm>
      </p:grpSpPr>
      <p:sp>
        <p:nvSpPr>
          <p:cNvPr id="359" name="Google Shape;359;p29"/>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60" name="Google Shape;360;p29"/>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61" name="Shape 361"/>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62" name="Shape 362"/>
        <p:cNvGrpSpPr/>
        <p:nvPr/>
      </p:nvGrpSpPr>
      <p:grpSpPr>
        <a:xfrm>
          <a:off x="0" y="0"/>
          <a:ext cx="0" cy="0"/>
          <a:chOff x="0" y="0"/>
          <a:chExt cx="0" cy="0"/>
        </a:xfrm>
      </p:grpSpPr>
      <p:sp>
        <p:nvSpPr>
          <p:cNvPr id="363" name="Google Shape;363;p31"/>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4" name="Google Shape;364;p31"/>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5" name="Google Shape;365;p31"/>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6" name="Google Shape;366;p31"/>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7" name="Google Shape;367;p31"/>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8" name="Google Shape;368;p31"/>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9" name="Google Shape;369;p31"/>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370" name="Shape 370"/>
        <p:cNvGrpSpPr/>
        <p:nvPr/>
      </p:nvGrpSpPr>
      <p:grpSpPr>
        <a:xfrm>
          <a:off x="0" y="0"/>
          <a:ext cx="0" cy="0"/>
          <a:chOff x="0" y="0"/>
          <a:chExt cx="0" cy="0"/>
        </a:xfrm>
      </p:grpSpPr>
      <p:sp>
        <p:nvSpPr>
          <p:cNvPr id="371" name="Google Shape;371;p3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72" name="Google Shape;372;p32"/>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73" name="Google Shape;373;p32"/>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374" name="Shape 374"/>
        <p:cNvGrpSpPr/>
        <p:nvPr/>
      </p:nvGrpSpPr>
      <p:grpSpPr>
        <a:xfrm>
          <a:off x="0" y="0"/>
          <a:ext cx="0" cy="0"/>
          <a:chOff x="0" y="0"/>
          <a:chExt cx="0" cy="0"/>
        </a:xfrm>
      </p:grpSpPr>
      <p:sp>
        <p:nvSpPr>
          <p:cNvPr id="375" name="Google Shape;375;p33"/>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76" name="Google Shape;376;p33"/>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77" name="Google Shape;377;p33"/>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8" name="Google Shape;378;p33"/>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79" name="Google Shape;379;p33"/>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80" name="Shape 380"/>
        <p:cNvGrpSpPr/>
        <p:nvPr/>
      </p:nvGrpSpPr>
      <p:grpSpPr>
        <a:xfrm>
          <a:off x="0" y="0"/>
          <a:ext cx="0" cy="0"/>
          <a:chOff x="0" y="0"/>
          <a:chExt cx="0" cy="0"/>
        </a:xfrm>
      </p:grpSpPr>
      <p:sp>
        <p:nvSpPr>
          <p:cNvPr id="381" name="Google Shape;381;p34"/>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82" name="Google Shape;382;p34"/>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3" name="Google Shape;383;p34"/>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84" name="Google Shape;384;p34"/>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5" name="Google Shape;385;p34"/>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6" name="Google Shape;386;p34"/>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7" name="Google Shape;387;p34"/>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88" name="Shape 388"/>
        <p:cNvGrpSpPr/>
        <p:nvPr/>
      </p:nvGrpSpPr>
      <p:grpSpPr>
        <a:xfrm>
          <a:off x="0" y="0"/>
          <a:ext cx="0" cy="0"/>
          <a:chOff x="0" y="0"/>
          <a:chExt cx="0" cy="0"/>
        </a:xfrm>
      </p:grpSpPr>
      <p:sp>
        <p:nvSpPr>
          <p:cNvPr id="389" name="Google Shape;389;p35"/>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90" name="Google Shape;390;p35"/>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1" name="Google Shape;391;p35"/>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2" name="Google Shape;392;p35"/>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3" name="Google Shape;393;p35"/>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94" name="Google Shape;394;p35"/>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5" name="Google Shape;395;p35"/>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6" name="Google Shape;396;p35"/>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7" name="Google Shape;397;p35"/>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98" name="Shape 398"/>
        <p:cNvGrpSpPr/>
        <p:nvPr/>
      </p:nvGrpSpPr>
      <p:grpSpPr>
        <a:xfrm>
          <a:off x="0" y="0"/>
          <a:ext cx="0" cy="0"/>
          <a:chOff x="0" y="0"/>
          <a:chExt cx="0" cy="0"/>
        </a:xfrm>
      </p:grpSpPr>
      <p:sp>
        <p:nvSpPr>
          <p:cNvPr id="399" name="Google Shape;399;p3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0" name="Google Shape;400;p36"/>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01" name="Shape 401"/>
        <p:cNvGrpSpPr/>
        <p:nvPr/>
      </p:nvGrpSpPr>
      <p:grpSpPr>
        <a:xfrm>
          <a:off x="0" y="0"/>
          <a:ext cx="0" cy="0"/>
          <a:chOff x="0" y="0"/>
          <a:chExt cx="0" cy="0"/>
        </a:xfrm>
      </p:grpSpPr>
      <p:sp>
        <p:nvSpPr>
          <p:cNvPr id="402" name="Google Shape;402;p37"/>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03" name="Google Shape;403;p37"/>
          <p:cNvSpPr/>
          <p:nvPr>
            <p:ph idx="2" type="pic"/>
          </p:nvPr>
        </p:nvSpPr>
        <p:spPr>
          <a:xfrm>
            <a:off x="4804825" y="1133300"/>
            <a:ext cx="4027500" cy="2392800"/>
          </a:xfrm>
          <a:prstGeom prst="rect">
            <a:avLst/>
          </a:prstGeom>
          <a:noFill/>
          <a:ln>
            <a:noFill/>
          </a:ln>
        </p:spPr>
      </p:sp>
      <p:sp>
        <p:nvSpPr>
          <p:cNvPr id="404" name="Google Shape;404;p37"/>
          <p:cNvSpPr/>
          <p:nvPr>
            <p:ph idx="3" type="pic"/>
          </p:nvPr>
        </p:nvSpPr>
        <p:spPr>
          <a:xfrm>
            <a:off x="311725" y="1133300"/>
            <a:ext cx="4027500" cy="2392800"/>
          </a:xfrm>
          <a:prstGeom prst="rect">
            <a:avLst/>
          </a:prstGeom>
          <a:noFill/>
          <a:ln>
            <a:noFill/>
          </a:ln>
        </p:spPr>
      </p:sp>
      <p:sp>
        <p:nvSpPr>
          <p:cNvPr id="405" name="Google Shape;405;p37"/>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06" name="Google Shape;406;p3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7" name="Google Shape;407;p37"/>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08" name="Google Shape;408;p37"/>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09" name="Shape 409"/>
        <p:cNvGrpSpPr/>
        <p:nvPr/>
      </p:nvGrpSpPr>
      <p:grpSpPr>
        <a:xfrm>
          <a:off x="0" y="0"/>
          <a:ext cx="0" cy="0"/>
          <a:chOff x="0" y="0"/>
          <a:chExt cx="0" cy="0"/>
        </a:xfrm>
      </p:grpSpPr>
      <p:sp>
        <p:nvSpPr>
          <p:cNvPr id="410" name="Google Shape;410;p38"/>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11" name="Google Shape;411;p38"/>
          <p:cNvSpPr/>
          <p:nvPr>
            <p:ph idx="2" type="pic"/>
          </p:nvPr>
        </p:nvSpPr>
        <p:spPr>
          <a:xfrm>
            <a:off x="6205225" y="1128325"/>
            <a:ext cx="2627100" cy="2273100"/>
          </a:xfrm>
          <a:prstGeom prst="rect">
            <a:avLst/>
          </a:prstGeom>
          <a:noFill/>
          <a:ln>
            <a:noFill/>
          </a:ln>
        </p:spPr>
      </p:sp>
      <p:sp>
        <p:nvSpPr>
          <p:cNvPr id="412" name="Google Shape;412;p38"/>
          <p:cNvSpPr/>
          <p:nvPr>
            <p:ph idx="3" type="pic"/>
          </p:nvPr>
        </p:nvSpPr>
        <p:spPr>
          <a:xfrm>
            <a:off x="311725" y="1128325"/>
            <a:ext cx="2627100" cy="2273100"/>
          </a:xfrm>
          <a:prstGeom prst="rect">
            <a:avLst/>
          </a:prstGeom>
          <a:noFill/>
          <a:ln>
            <a:noFill/>
          </a:ln>
        </p:spPr>
      </p:sp>
      <p:sp>
        <p:nvSpPr>
          <p:cNvPr id="413" name="Google Shape;413;p38"/>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4" name="Google Shape;414;p38"/>
          <p:cNvSpPr/>
          <p:nvPr>
            <p:ph idx="5" type="pic"/>
          </p:nvPr>
        </p:nvSpPr>
        <p:spPr>
          <a:xfrm>
            <a:off x="3255250" y="1128325"/>
            <a:ext cx="2627100" cy="2273100"/>
          </a:xfrm>
          <a:prstGeom prst="rect">
            <a:avLst/>
          </a:prstGeom>
          <a:noFill/>
          <a:ln>
            <a:noFill/>
          </a:ln>
        </p:spPr>
      </p:sp>
      <p:sp>
        <p:nvSpPr>
          <p:cNvPr id="415" name="Google Shape;415;p38"/>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6" name="Google Shape;416;p3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17" name="Google Shape;417;p38"/>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18" name="Google Shape;418;p38"/>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19" name="Google Shape;419;p38"/>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20" name="Shape 420"/>
        <p:cNvGrpSpPr/>
        <p:nvPr/>
      </p:nvGrpSpPr>
      <p:grpSpPr>
        <a:xfrm>
          <a:off x="0" y="0"/>
          <a:ext cx="0" cy="0"/>
          <a:chOff x="0" y="0"/>
          <a:chExt cx="0" cy="0"/>
        </a:xfrm>
      </p:grpSpPr>
      <p:sp>
        <p:nvSpPr>
          <p:cNvPr id="421" name="Google Shape;421;p39"/>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22" name="Shape 422"/>
        <p:cNvGrpSpPr/>
        <p:nvPr/>
      </p:nvGrpSpPr>
      <p:grpSpPr>
        <a:xfrm>
          <a:off x="0" y="0"/>
          <a:ext cx="0" cy="0"/>
          <a:chOff x="0" y="0"/>
          <a:chExt cx="0" cy="0"/>
        </a:xfrm>
      </p:grpSpPr>
      <p:sp>
        <p:nvSpPr>
          <p:cNvPr id="423" name="Google Shape;423;p40"/>
          <p:cNvSpPr/>
          <p:nvPr>
            <p:ph idx="2" type="pic"/>
          </p:nvPr>
        </p:nvSpPr>
        <p:spPr>
          <a:xfrm>
            <a:off x="3389600" y="118913"/>
            <a:ext cx="1643700" cy="1535100"/>
          </a:xfrm>
          <a:prstGeom prst="rect">
            <a:avLst/>
          </a:prstGeom>
          <a:noFill/>
          <a:ln>
            <a:noFill/>
          </a:ln>
        </p:spPr>
      </p:sp>
      <p:sp>
        <p:nvSpPr>
          <p:cNvPr id="424" name="Google Shape;424;p40"/>
          <p:cNvSpPr/>
          <p:nvPr>
            <p:ph idx="3" type="pic"/>
          </p:nvPr>
        </p:nvSpPr>
        <p:spPr>
          <a:xfrm>
            <a:off x="5195935" y="118913"/>
            <a:ext cx="1643700" cy="1535100"/>
          </a:xfrm>
          <a:prstGeom prst="rect">
            <a:avLst/>
          </a:prstGeom>
          <a:noFill/>
          <a:ln>
            <a:noFill/>
          </a:ln>
        </p:spPr>
      </p:sp>
      <p:sp>
        <p:nvSpPr>
          <p:cNvPr id="425" name="Google Shape;425;p40"/>
          <p:cNvSpPr/>
          <p:nvPr>
            <p:ph idx="4" type="pic"/>
          </p:nvPr>
        </p:nvSpPr>
        <p:spPr>
          <a:xfrm>
            <a:off x="7002270" y="118913"/>
            <a:ext cx="1643700" cy="1535100"/>
          </a:xfrm>
          <a:prstGeom prst="rect">
            <a:avLst/>
          </a:prstGeom>
          <a:noFill/>
          <a:ln>
            <a:noFill/>
          </a:ln>
        </p:spPr>
      </p:sp>
      <p:sp>
        <p:nvSpPr>
          <p:cNvPr id="426" name="Google Shape;426;p40"/>
          <p:cNvSpPr/>
          <p:nvPr>
            <p:ph idx="5" type="pic"/>
          </p:nvPr>
        </p:nvSpPr>
        <p:spPr>
          <a:xfrm>
            <a:off x="3389588" y="1804212"/>
            <a:ext cx="1643700" cy="1535100"/>
          </a:xfrm>
          <a:prstGeom prst="rect">
            <a:avLst/>
          </a:prstGeom>
          <a:noFill/>
          <a:ln>
            <a:noFill/>
          </a:ln>
        </p:spPr>
      </p:sp>
      <p:sp>
        <p:nvSpPr>
          <p:cNvPr id="427" name="Google Shape;427;p40"/>
          <p:cNvSpPr/>
          <p:nvPr>
            <p:ph idx="6" type="pic"/>
          </p:nvPr>
        </p:nvSpPr>
        <p:spPr>
          <a:xfrm>
            <a:off x="5195922" y="1804212"/>
            <a:ext cx="1643700" cy="1535100"/>
          </a:xfrm>
          <a:prstGeom prst="rect">
            <a:avLst/>
          </a:prstGeom>
          <a:noFill/>
          <a:ln>
            <a:noFill/>
          </a:ln>
        </p:spPr>
      </p:sp>
      <p:sp>
        <p:nvSpPr>
          <p:cNvPr id="428" name="Google Shape;428;p40"/>
          <p:cNvSpPr/>
          <p:nvPr>
            <p:ph idx="7" type="pic"/>
          </p:nvPr>
        </p:nvSpPr>
        <p:spPr>
          <a:xfrm>
            <a:off x="7002257" y="1804212"/>
            <a:ext cx="1643700" cy="1535100"/>
          </a:xfrm>
          <a:prstGeom prst="rect">
            <a:avLst/>
          </a:prstGeom>
          <a:noFill/>
          <a:ln>
            <a:noFill/>
          </a:ln>
        </p:spPr>
      </p:sp>
      <p:sp>
        <p:nvSpPr>
          <p:cNvPr id="429" name="Google Shape;429;p40"/>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30" name="Google Shape;430;p40"/>
          <p:cNvSpPr/>
          <p:nvPr>
            <p:ph idx="8" type="pic"/>
          </p:nvPr>
        </p:nvSpPr>
        <p:spPr>
          <a:xfrm>
            <a:off x="3389588" y="3489487"/>
            <a:ext cx="1643700" cy="1535100"/>
          </a:xfrm>
          <a:prstGeom prst="rect">
            <a:avLst/>
          </a:prstGeom>
          <a:noFill/>
          <a:ln>
            <a:noFill/>
          </a:ln>
        </p:spPr>
      </p:sp>
      <p:sp>
        <p:nvSpPr>
          <p:cNvPr id="431" name="Google Shape;431;p40"/>
          <p:cNvSpPr/>
          <p:nvPr>
            <p:ph idx="9" type="pic"/>
          </p:nvPr>
        </p:nvSpPr>
        <p:spPr>
          <a:xfrm>
            <a:off x="5195922" y="3489487"/>
            <a:ext cx="1643700" cy="1535100"/>
          </a:xfrm>
          <a:prstGeom prst="rect">
            <a:avLst/>
          </a:prstGeom>
          <a:noFill/>
          <a:ln>
            <a:noFill/>
          </a:ln>
        </p:spPr>
      </p:sp>
      <p:sp>
        <p:nvSpPr>
          <p:cNvPr id="432" name="Google Shape;432;p40"/>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theme" Target="../theme/theme2.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228600" y="1452125"/>
            <a:ext cx="5760600" cy="34602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1pPr>
            <a:lvl2pPr indent="-304800" lvl="1" marL="9144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2pPr>
            <a:lvl3pPr indent="-304800" lvl="2" marL="13716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3pPr>
            <a:lvl4pPr indent="-304800" lvl="3" marL="18288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4pPr>
            <a:lvl5pPr indent="-304800" lvl="4" marL="22860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5pPr>
            <a:lvl6pPr indent="-304800" lvl="5" marL="27432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6pPr>
            <a:lvl7pPr indent="-304800" lvl="6" marL="32004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7pPr>
            <a:lvl8pPr indent="-304800" lvl="7" marL="36576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8pPr>
            <a:lvl9pPr indent="-304800" lvl="8" marL="4114800">
              <a:lnSpc>
                <a:spcPct val="115000"/>
              </a:lnSpc>
              <a:spcBef>
                <a:spcPts val="800"/>
              </a:spcBef>
              <a:spcAft>
                <a:spcPts val="800"/>
              </a:spcAft>
              <a:buClr>
                <a:schemeClr val="lt1"/>
              </a:buClr>
              <a:buSzPts val="1200"/>
              <a:buFont typeface="Urbanist"/>
              <a:buChar char="■"/>
              <a:defRPr sz="1200">
                <a:solidFill>
                  <a:schemeClr val="lt1"/>
                </a:solidFill>
                <a:latin typeface="Urbanist"/>
                <a:ea typeface="Urbanist"/>
                <a:cs typeface="Urbanist"/>
                <a:sym typeface="Urbanist"/>
              </a:defRPr>
            </a:lvl9pPr>
          </a:lstStyle>
          <a:p/>
        </p:txBody>
      </p:sp>
      <p:sp>
        <p:nvSpPr>
          <p:cNvPr id="7" name="Google Shape;7;p1"/>
          <p:cNvSpPr txBox="1"/>
          <p:nvPr>
            <p:ph type="title"/>
          </p:nvPr>
        </p:nvSpPr>
        <p:spPr>
          <a:xfrm>
            <a:off x="228600" y="85200"/>
            <a:ext cx="5236500" cy="10998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3000"/>
              <a:buFont typeface="Urbanist Medium"/>
              <a:buNone/>
              <a:defRPr sz="3000">
                <a:solidFill>
                  <a:schemeClr val="lt1"/>
                </a:solidFill>
                <a:latin typeface="Urbanist Medium"/>
                <a:ea typeface="Urbanist Medium"/>
                <a:cs typeface="Urbanist Medium"/>
                <a:sym typeface="Urbanist Medium"/>
              </a:defRPr>
            </a:lvl1pPr>
            <a:lvl2pPr lvl="1">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2pPr>
            <a:lvl3pPr lvl="2">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3pPr>
            <a:lvl4pPr lvl="3">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4pPr>
            <a:lvl5pPr lvl="4">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5pPr>
            <a:lvl6pPr lvl="5">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6pPr>
            <a:lvl7pPr lvl="6">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7pPr>
            <a:lvl8pPr lvl="7">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8pPr>
            <a:lvl9pPr lvl="8">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9pPr>
          </a:lstStyle>
          <a:p/>
        </p:txBody>
      </p:sp>
      <p:sp>
        <p:nvSpPr>
          <p:cNvPr id="8" name="Google Shape;8;p1"/>
          <p:cNvSpPr txBox="1"/>
          <p:nvPr>
            <p:ph idx="2" type="body"/>
          </p:nvPr>
        </p:nvSpPr>
        <p:spPr>
          <a:xfrm>
            <a:off x="4562525" y="1518250"/>
            <a:ext cx="3880800" cy="27654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1pPr>
            <a:lvl2pPr indent="-304800" lvl="1" marL="9144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2pPr>
            <a:lvl3pPr indent="-304800" lvl="2" marL="13716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3pPr>
            <a:lvl4pPr indent="-304800" lvl="3" marL="1828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4pPr>
            <a:lvl5pPr indent="-304800" lvl="4" marL="22860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5pPr>
            <a:lvl6pPr indent="-304800" lvl="5" marL="27432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6pPr>
            <a:lvl7pPr indent="-304800" lvl="6" marL="32004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7pPr>
            <a:lvl8pPr indent="-304800" lvl="7" marL="36576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8pPr>
            <a:lvl9pPr indent="-304800" lvl="8" marL="4114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33">
          <p15:clr>
            <a:srgbClr val="E46962"/>
          </p15:clr>
        </p15:guide>
        <p15:guide id="10" pos="4292">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0.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1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3.xml"/><Relationship Id="rId3" Type="http://schemas.openxmlformats.org/officeDocument/2006/relationships/hyperlink" Target="https://www.decipherzone.com/blog-detail/agile-development-lifecycle" TargetMode="External"/><Relationship Id="rId4" Type="http://schemas.openxmlformats.org/officeDocument/2006/relationships/hyperlink" Target="https://businessmap.io/blog/agile-disadvantages"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41"/>
          <p:cNvSpPr/>
          <p:nvPr/>
        </p:nvSpPr>
        <p:spPr>
          <a:xfrm>
            <a:off x="228600" y="4113375"/>
            <a:ext cx="1399200" cy="3387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chemeClr val="lt1"/>
              </a:solidFill>
              <a:latin typeface="Urbanist"/>
              <a:ea typeface="Urbanist"/>
              <a:cs typeface="Urbanist"/>
              <a:sym typeface="Urbanist"/>
            </a:endParaRPr>
          </a:p>
        </p:txBody>
      </p:sp>
      <p:grpSp>
        <p:nvGrpSpPr>
          <p:cNvPr id="438" name="Google Shape;438;p41"/>
          <p:cNvGrpSpPr/>
          <p:nvPr/>
        </p:nvGrpSpPr>
        <p:grpSpPr>
          <a:xfrm>
            <a:off x="228591" y="3127350"/>
            <a:ext cx="233094" cy="233094"/>
            <a:chOff x="259788" y="1923155"/>
            <a:chExt cx="409800" cy="409800"/>
          </a:xfrm>
        </p:grpSpPr>
        <p:sp>
          <p:nvSpPr>
            <p:cNvPr id="439" name="Google Shape;439;p41"/>
            <p:cNvSpPr/>
            <p:nvPr/>
          </p:nvSpPr>
          <p:spPr>
            <a:xfrm>
              <a:off x="259788" y="1923155"/>
              <a:ext cx="409800" cy="409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Urbanist"/>
                <a:ea typeface="Urbanist"/>
                <a:cs typeface="Urbanist"/>
                <a:sym typeface="Urbanist"/>
              </a:endParaRPr>
            </a:p>
          </p:txBody>
        </p:sp>
        <p:grpSp>
          <p:nvGrpSpPr>
            <p:cNvPr id="440" name="Google Shape;440;p41"/>
            <p:cNvGrpSpPr/>
            <p:nvPr/>
          </p:nvGrpSpPr>
          <p:grpSpPr>
            <a:xfrm>
              <a:off x="362088" y="2093825"/>
              <a:ext cx="205200" cy="102600"/>
              <a:chOff x="498725" y="2069800"/>
              <a:chExt cx="205200" cy="102600"/>
            </a:xfrm>
          </p:grpSpPr>
          <p:cxnSp>
            <p:nvCxnSpPr>
              <p:cNvPr id="441" name="Google Shape;441;p41"/>
              <p:cNvCxnSpPr/>
              <p:nvPr/>
            </p:nvCxnSpPr>
            <p:spPr>
              <a:xfrm>
                <a:off x="498725" y="2069800"/>
                <a:ext cx="102600" cy="102600"/>
              </a:xfrm>
              <a:prstGeom prst="straightConnector1">
                <a:avLst/>
              </a:prstGeom>
              <a:noFill/>
              <a:ln cap="flat" cmpd="sng" w="9525">
                <a:solidFill>
                  <a:schemeClr val="dk2"/>
                </a:solidFill>
                <a:prstDash val="solid"/>
                <a:round/>
                <a:headEnd len="med" w="med" type="none"/>
                <a:tailEnd len="med" w="med" type="none"/>
              </a:ln>
            </p:spPr>
          </p:cxnSp>
          <p:cxnSp>
            <p:nvCxnSpPr>
              <p:cNvPr id="442" name="Google Shape;442;p41"/>
              <p:cNvCxnSpPr/>
              <p:nvPr/>
            </p:nvCxnSpPr>
            <p:spPr>
              <a:xfrm flipH="1">
                <a:off x="601325" y="2069800"/>
                <a:ext cx="102600" cy="102600"/>
              </a:xfrm>
              <a:prstGeom prst="straightConnector1">
                <a:avLst/>
              </a:prstGeom>
              <a:noFill/>
              <a:ln cap="flat" cmpd="sng" w="9525">
                <a:solidFill>
                  <a:schemeClr val="dk2"/>
                </a:solidFill>
                <a:prstDash val="solid"/>
                <a:round/>
                <a:headEnd len="med" w="med" type="none"/>
                <a:tailEnd len="med" w="med" type="none"/>
              </a:ln>
            </p:spPr>
          </p:cxnSp>
        </p:grpSp>
      </p:grpSp>
      <p:sp>
        <p:nvSpPr>
          <p:cNvPr id="443" name="Google Shape;443;p41"/>
          <p:cNvSpPr txBox="1"/>
          <p:nvPr>
            <p:ph type="title"/>
          </p:nvPr>
        </p:nvSpPr>
        <p:spPr>
          <a:xfrm>
            <a:off x="228600" y="228600"/>
            <a:ext cx="6658800" cy="14190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None/>
            </a:pPr>
            <a:r>
              <a:rPr lang="en">
                <a:solidFill>
                  <a:schemeClr val="lt1"/>
                </a:solidFill>
              </a:rPr>
              <a:t>Partnership Proposal Presentation</a:t>
            </a:r>
            <a:endParaRPr>
              <a:solidFill>
                <a:schemeClr val="lt1"/>
              </a:solidFill>
            </a:endParaRPr>
          </a:p>
        </p:txBody>
      </p:sp>
      <p:sp>
        <p:nvSpPr>
          <p:cNvPr id="444" name="Google Shape;444;p41"/>
          <p:cNvSpPr txBox="1"/>
          <p:nvPr>
            <p:ph idx="1" type="subTitle"/>
          </p:nvPr>
        </p:nvSpPr>
        <p:spPr>
          <a:xfrm>
            <a:off x="228600" y="1738950"/>
            <a:ext cx="4402800" cy="252000"/>
          </a:xfrm>
          <a:prstGeom prst="rect">
            <a:avLst/>
          </a:prstGeom>
          <a:effectLst>
            <a:outerShdw blurRad="57150" rotWithShape="0" algn="bl" dir="5400000" dist="19050">
              <a:srgbClr val="000000">
                <a:alpha val="50000"/>
              </a:srgbClr>
            </a:outerShdw>
          </a:effectLst>
        </p:spPr>
        <p:txBody>
          <a:bodyPr anchorCtr="0" anchor="t" bIns="0" lIns="0" spcFirstLastPara="1" rIns="0" wrap="square" tIns="0">
            <a:noAutofit/>
          </a:bodyPr>
          <a:lstStyle/>
          <a:p>
            <a:pPr indent="0" lvl="0" marL="0" rtl="0" algn="l">
              <a:lnSpc>
                <a:spcPct val="85000"/>
              </a:lnSpc>
              <a:spcBef>
                <a:spcPts val="0"/>
              </a:spcBef>
              <a:spcAft>
                <a:spcPts val="0"/>
              </a:spcAft>
              <a:buNone/>
            </a:pPr>
            <a:r>
              <a:rPr lang="en">
                <a:solidFill>
                  <a:schemeClr val="accent1"/>
                </a:solidFill>
                <a:latin typeface="Urbanist Medium"/>
                <a:ea typeface="Urbanist Medium"/>
                <a:cs typeface="Urbanist Medium"/>
                <a:sym typeface="Urbanist Medium"/>
              </a:rPr>
              <a:t>ChadaTech</a:t>
            </a:r>
            <a:endParaRPr>
              <a:solidFill>
                <a:schemeClr val="accent1"/>
              </a:solidFill>
              <a:latin typeface="Urbanist Medium"/>
              <a:ea typeface="Urbanist Medium"/>
              <a:cs typeface="Urbanist Medium"/>
              <a:sym typeface="Urbanist Medium"/>
            </a:endParaRPr>
          </a:p>
        </p:txBody>
      </p:sp>
      <p:sp>
        <p:nvSpPr>
          <p:cNvPr id="445" name="Google Shape;445;p41"/>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ChadaTech</a:t>
            </a:r>
            <a:endParaRPr/>
          </a:p>
        </p:txBody>
      </p:sp>
      <p:sp>
        <p:nvSpPr>
          <p:cNvPr id="446" name="Google Shape;446;p41"/>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April</a:t>
            </a:r>
            <a:endParaRPr/>
          </a:p>
        </p:txBody>
      </p:sp>
      <p:sp>
        <p:nvSpPr>
          <p:cNvPr id="447" name="Google Shape;447;p41"/>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rPr lang="en"/>
              <a:t>2026</a:t>
            </a:r>
            <a:endParaRPr/>
          </a:p>
        </p:txBody>
      </p:sp>
      <p:sp>
        <p:nvSpPr>
          <p:cNvPr id="448" name="Google Shape;448;p41"/>
          <p:cNvSpPr txBox="1"/>
          <p:nvPr>
            <p:ph idx="5" type="subTitle"/>
          </p:nvPr>
        </p:nvSpPr>
        <p:spPr>
          <a:xfrm>
            <a:off x="297075" y="4175900"/>
            <a:ext cx="1264800" cy="2286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William Paddock</a:t>
            </a:r>
            <a:endParaRPr/>
          </a:p>
        </p:txBody>
      </p:sp>
      <p:sp>
        <p:nvSpPr>
          <p:cNvPr id="449" name="Google Shape;449;p41"/>
          <p:cNvSpPr txBox="1"/>
          <p:nvPr>
            <p:ph idx="6" type="subTitle"/>
          </p:nvPr>
        </p:nvSpPr>
        <p:spPr>
          <a:xfrm>
            <a:off x="1786375" y="4175900"/>
            <a:ext cx="1264800" cy="2286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Full Name 2</a:t>
            </a:r>
            <a:endParaRPr/>
          </a:p>
        </p:txBody>
      </p:sp>
      <p:sp>
        <p:nvSpPr>
          <p:cNvPr id="450" name="Google Shape;450;p41"/>
          <p:cNvSpPr txBox="1"/>
          <p:nvPr>
            <p:ph idx="7" type="subTitle"/>
          </p:nvPr>
        </p:nvSpPr>
        <p:spPr>
          <a:xfrm>
            <a:off x="228591" y="3454475"/>
            <a:ext cx="4659600" cy="2520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Quarter /  Month Year</a:t>
            </a:r>
            <a:endParaRPr/>
          </a:p>
          <a:p>
            <a:pPr indent="0" lvl="0" marL="0" rtl="0" algn="l">
              <a:spcBef>
                <a:spcPts val="0"/>
              </a:spcBef>
              <a:spcAft>
                <a:spcPts val="0"/>
              </a:spcAft>
              <a:buNone/>
            </a:pPr>
            <a:r>
              <a:t/>
            </a:r>
            <a:endParaRPr/>
          </a:p>
        </p:txBody>
      </p:sp>
      <p:sp>
        <p:nvSpPr>
          <p:cNvPr id="451" name="Google Shape;451;p41"/>
          <p:cNvSpPr txBox="1"/>
          <p:nvPr>
            <p:ph idx="8" type="subTitle"/>
          </p:nvPr>
        </p:nvSpPr>
        <p:spPr>
          <a:xfrm>
            <a:off x="228591" y="3743050"/>
            <a:ext cx="4659600" cy="2520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Presented by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pic>
        <p:nvPicPr>
          <p:cNvPr descr="There were more black holes in the early universe than we thought ..." id="456" name="Google Shape;456;p42"/>
          <p:cNvPicPr preferRelativeResize="0"/>
          <p:nvPr/>
        </p:nvPicPr>
        <p:blipFill>
          <a:blip r:embed="rId3">
            <a:alphaModFix/>
          </a:blip>
          <a:stretch>
            <a:fillRect/>
          </a:stretch>
        </p:blipFill>
        <p:spPr>
          <a:xfrm>
            <a:off x="-46950" y="1155825"/>
            <a:ext cx="5184251" cy="3520175"/>
          </a:xfrm>
          <a:prstGeom prst="rect">
            <a:avLst/>
          </a:prstGeom>
          <a:noFill/>
          <a:ln>
            <a:noFill/>
          </a:ln>
        </p:spPr>
      </p:pic>
      <p:sp>
        <p:nvSpPr>
          <p:cNvPr id="457" name="Google Shape;457;p42"/>
          <p:cNvSpPr/>
          <p:nvPr/>
        </p:nvSpPr>
        <p:spPr>
          <a:xfrm>
            <a:off x="4618950" y="228600"/>
            <a:ext cx="4296900" cy="605700"/>
          </a:xfrm>
          <a:prstGeom prst="roundRect">
            <a:avLst>
              <a:gd fmla="val 1699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58" name="Google Shape;458;p42"/>
          <p:cNvSpPr/>
          <p:nvPr/>
        </p:nvSpPr>
        <p:spPr>
          <a:xfrm>
            <a:off x="4618950" y="906375"/>
            <a:ext cx="4296600" cy="605700"/>
          </a:xfrm>
          <a:prstGeom prst="roundRect">
            <a:avLst>
              <a:gd fmla="val 1699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59" name="Google Shape;459;p42"/>
          <p:cNvSpPr/>
          <p:nvPr/>
        </p:nvSpPr>
        <p:spPr>
          <a:xfrm>
            <a:off x="4618950" y="1584175"/>
            <a:ext cx="4296600" cy="605700"/>
          </a:xfrm>
          <a:prstGeom prst="roundRect">
            <a:avLst>
              <a:gd fmla="val 1699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60" name="Google Shape;460;p42"/>
          <p:cNvSpPr/>
          <p:nvPr/>
        </p:nvSpPr>
        <p:spPr>
          <a:xfrm>
            <a:off x="4618950" y="2261950"/>
            <a:ext cx="4296900" cy="605700"/>
          </a:xfrm>
          <a:prstGeom prst="roundRect">
            <a:avLst>
              <a:gd fmla="val 1699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grpSp>
        <p:nvGrpSpPr>
          <p:cNvPr id="461" name="Google Shape;461;p42"/>
          <p:cNvGrpSpPr/>
          <p:nvPr/>
        </p:nvGrpSpPr>
        <p:grpSpPr>
          <a:xfrm rot="-5400000">
            <a:off x="8556505" y="430775"/>
            <a:ext cx="204654" cy="204654"/>
            <a:chOff x="259788" y="1923155"/>
            <a:chExt cx="409800" cy="409800"/>
          </a:xfrm>
        </p:grpSpPr>
        <p:sp>
          <p:nvSpPr>
            <p:cNvPr id="462" name="Google Shape;462;p42"/>
            <p:cNvSpPr/>
            <p:nvPr/>
          </p:nvSpPr>
          <p:spPr>
            <a:xfrm>
              <a:off x="259788" y="1923155"/>
              <a:ext cx="409800" cy="409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grpSp>
          <p:nvGrpSpPr>
            <p:cNvPr id="463" name="Google Shape;463;p42"/>
            <p:cNvGrpSpPr/>
            <p:nvPr/>
          </p:nvGrpSpPr>
          <p:grpSpPr>
            <a:xfrm>
              <a:off x="362088" y="2093825"/>
              <a:ext cx="205200" cy="102600"/>
              <a:chOff x="498725" y="2069800"/>
              <a:chExt cx="205200" cy="102600"/>
            </a:xfrm>
          </p:grpSpPr>
          <p:cxnSp>
            <p:nvCxnSpPr>
              <p:cNvPr id="464" name="Google Shape;464;p42"/>
              <p:cNvCxnSpPr/>
              <p:nvPr/>
            </p:nvCxnSpPr>
            <p:spPr>
              <a:xfrm>
                <a:off x="498725" y="2069800"/>
                <a:ext cx="102600" cy="102600"/>
              </a:xfrm>
              <a:prstGeom prst="straightConnector1">
                <a:avLst/>
              </a:prstGeom>
              <a:noFill/>
              <a:ln cap="flat" cmpd="sng" w="9525">
                <a:solidFill>
                  <a:schemeClr val="dk2"/>
                </a:solidFill>
                <a:prstDash val="solid"/>
                <a:round/>
                <a:headEnd len="med" w="med" type="none"/>
                <a:tailEnd len="med" w="med" type="none"/>
              </a:ln>
            </p:spPr>
          </p:cxnSp>
          <p:cxnSp>
            <p:nvCxnSpPr>
              <p:cNvPr id="465" name="Google Shape;465;p42"/>
              <p:cNvCxnSpPr/>
              <p:nvPr/>
            </p:nvCxnSpPr>
            <p:spPr>
              <a:xfrm flipH="1">
                <a:off x="601325" y="2069800"/>
                <a:ext cx="102600" cy="102600"/>
              </a:xfrm>
              <a:prstGeom prst="straightConnector1">
                <a:avLst/>
              </a:prstGeom>
              <a:noFill/>
              <a:ln cap="flat" cmpd="sng" w="9525">
                <a:solidFill>
                  <a:schemeClr val="dk2"/>
                </a:solidFill>
                <a:prstDash val="solid"/>
                <a:round/>
                <a:headEnd len="med" w="med" type="none"/>
                <a:tailEnd len="med" w="med" type="none"/>
              </a:ln>
            </p:spPr>
          </p:cxnSp>
        </p:grpSp>
      </p:grpSp>
      <p:grpSp>
        <p:nvGrpSpPr>
          <p:cNvPr id="466" name="Google Shape;466;p42"/>
          <p:cNvGrpSpPr/>
          <p:nvPr/>
        </p:nvGrpSpPr>
        <p:grpSpPr>
          <a:xfrm rot="-5400000">
            <a:off x="8556505" y="1108560"/>
            <a:ext cx="204654" cy="204654"/>
            <a:chOff x="259788" y="1923155"/>
            <a:chExt cx="409800" cy="409800"/>
          </a:xfrm>
        </p:grpSpPr>
        <p:sp>
          <p:nvSpPr>
            <p:cNvPr id="467" name="Google Shape;467;p42"/>
            <p:cNvSpPr/>
            <p:nvPr/>
          </p:nvSpPr>
          <p:spPr>
            <a:xfrm>
              <a:off x="259788" y="1923155"/>
              <a:ext cx="409800" cy="409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grpSp>
          <p:nvGrpSpPr>
            <p:cNvPr id="468" name="Google Shape;468;p42"/>
            <p:cNvGrpSpPr/>
            <p:nvPr/>
          </p:nvGrpSpPr>
          <p:grpSpPr>
            <a:xfrm>
              <a:off x="362088" y="2093825"/>
              <a:ext cx="205200" cy="102600"/>
              <a:chOff x="498725" y="2069800"/>
              <a:chExt cx="205200" cy="102600"/>
            </a:xfrm>
          </p:grpSpPr>
          <p:cxnSp>
            <p:nvCxnSpPr>
              <p:cNvPr id="469" name="Google Shape;469;p42"/>
              <p:cNvCxnSpPr/>
              <p:nvPr/>
            </p:nvCxnSpPr>
            <p:spPr>
              <a:xfrm>
                <a:off x="498725" y="2069800"/>
                <a:ext cx="102600" cy="102600"/>
              </a:xfrm>
              <a:prstGeom prst="straightConnector1">
                <a:avLst/>
              </a:prstGeom>
              <a:noFill/>
              <a:ln cap="flat" cmpd="sng" w="9525">
                <a:solidFill>
                  <a:schemeClr val="dk2"/>
                </a:solidFill>
                <a:prstDash val="solid"/>
                <a:round/>
                <a:headEnd len="med" w="med" type="none"/>
                <a:tailEnd len="med" w="med" type="none"/>
              </a:ln>
            </p:spPr>
          </p:cxnSp>
          <p:cxnSp>
            <p:nvCxnSpPr>
              <p:cNvPr id="470" name="Google Shape;470;p42"/>
              <p:cNvCxnSpPr/>
              <p:nvPr/>
            </p:nvCxnSpPr>
            <p:spPr>
              <a:xfrm flipH="1">
                <a:off x="601325" y="2069800"/>
                <a:ext cx="102600" cy="102600"/>
              </a:xfrm>
              <a:prstGeom prst="straightConnector1">
                <a:avLst/>
              </a:prstGeom>
              <a:noFill/>
              <a:ln cap="flat" cmpd="sng" w="9525">
                <a:solidFill>
                  <a:schemeClr val="dk2"/>
                </a:solidFill>
                <a:prstDash val="solid"/>
                <a:round/>
                <a:headEnd len="med" w="med" type="none"/>
                <a:tailEnd len="med" w="med" type="none"/>
              </a:ln>
            </p:spPr>
          </p:cxnSp>
        </p:grpSp>
      </p:grpSp>
      <p:grpSp>
        <p:nvGrpSpPr>
          <p:cNvPr id="471" name="Google Shape;471;p42"/>
          <p:cNvGrpSpPr/>
          <p:nvPr/>
        </p:nvGrpSpPr>
        <p:grpSpPr>
          <a:xfrm rot="-5400000">
            <a:off x="8556505" y="1786345"/>
            <a:ext cx="204654" cy="204654"/>
            <a:chOff x="259788" y="1923155"/>
            <a:chExt cx="409800" cy="409800"/>
          </a:xfrm>
        </p:grpSpPr>
        <p:sp>
          <p:nvSpPr>
            <p:cNvPr id="472" name="Google Shape;472;p42"/>
            <p:cNvSpPr/>
            <p:nvPr/>
          </p:nvSpPr>
          <p:spPr>
            <a:xfrm>
              <a:off x="259788" y="1923155"/>
              <a:ext cx="409800" cy="409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grpSp>
          <p:nvGrpSpPr>
            <p:cNvPr id="473" name="Google Shape;473;p42"/>
            <p:cNvGrpSpPr/>
            <p:nvPr/>
          </p:nvGrpSpPr>
          <p:grpSpPr>
            <a:xfrm>
              <a:off x="362088" y="2093825"/>
              <a:ext cx="205200" cy="102600"/>
              <a:chOff x="498725" y="2069800"/>
              <a:chExt cx="205200" cy="102600"/>
            </a:xfrm>
          </p:grpSpPr>
          <p:cxnSp>
            <p:nvCxnSpPr>
              <p:cNvPr id="474" name="Google Shape;474;p42"/>
              <p:cNvCxnSpPr/>
              <p:nvPr/>
            </p:nvCxnSpPr>
            <p:spPr>
              <a:xfrm>
                <a:off x="498725" y="2069800"/>
                <a:ext cx="102600" cy="102600"/>
              </a:xfrm>
              <a:prstGeom prst="straightConnector1">
                <a:avLst/>
              </a:prstGeom>
              <a:noFill/>
              <a:ln cap="flat" cmpd="sng" w="9525">
                <a:solidFill>
                  <a:schemeClr val="dk2"/>
                </a:solidFill>
                <a:prstDash val="solid"/>
                <a:round/>
                <a:headEnd len="med" w="med" type="none"/>
                <a:tailEnd len="med" w="med" type="none"/>
              </a:ln>
            </p:spPr>
          </p:cxnSp>
          <p:cxnSp>
            <p:nvCxnSpPr>
              <p:cNvPr id="475" name="Google Shape;475;p42"/>
              <p:cNvCxnSpPr/>
              <p:nvPr/>
            </p:nvCxnSpPr>
            <p:spPr>
              <a:xfrm flipH="1">
                <a:off x="601325" y="2069800"/>
                <a:ext cx="102600" cy="102600"/>
              </a:xfrm>
              <a:prstGeom prst="straightConnector1">
                <a:avLst/>
              </a:prstGeom>
              <a:noFill/>
              <a:ln cap="flat" cmpd="sng" w="9525">
                <a:solidFill>
                  <a:schemeClr val="dk2"/>
                </a:solidFill>
                <a:prstDash val="solid"/>
                <a:round/>
                <a:headEnd len="med" w="med" type="none"/>
                <a:tailEnd len="med" w="med" type="none"/>
              </a:ln>
            </p:spPr>
          </p:cxnSp>
        </p:grpSp>
      </p:grpSp>
      <p:grpSp>
        <p:nvGrpSpPr>
          <p:cNvPr id="476" name="Google Shape;476;p42"/>
          <p:cNvGrpSpPr/>
          <p:nvPr/>
        </p:nvGrpSpPr>
        <p:grpSpPr>
          <a:xfrm rot="-5400000">
            <a:off x="8556505" y="2464130"/>
            <a:ext cx="204654" cy="204654"/>
            <a:chOff x="259788" y="1923155"/>
            <a:chExt cx="409800" cy="409800"/>
          </a:xfrm>
        </p:grpSpPr>
        <p:sp>
          <p:nvSpPr>
            <p:cNvPr id="477" name="Google Shape;477;p42"/>
            <p:cNvSpPr/>
            <p:nvPr/>
          </p:nvSpPr>
          <p:spPr>
            <a:xfrm>
              <a:off x="259788" y="1923155"/>
              <a:ext cx="409800" cy="409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grpSp>
          <p:nvGrpSpPr>
            <p:cNvPr id="478" name="Google Shape;478;p42"/>
            <p:cNvGrpSpPr/>
            <p:nvPr/>
          </p:nvGrpSpPr>
          <p:grpSpPr>
            <a:xfrm>
              <a:off x="362088" y="2093825"/>
              <a:ext cx="205200" cy="102600"/>
              <a:chOff x="498725" y="2069800"/>
              <a:chExt cx="205200" cy="102600"/>
            </a:xfrm>
          </p:grpSpPr>
          <p:cxnSp>
            <p:nvCxnSpPr>
              <p:cNvPr id="479" name="Google Shape;479;p42"/>
              <p:cNvCxnSpPr/>
              <p:nvPr/>
            </p:nvCxnSpPr>
            <p:spPr>
              <a:xfrm>
                <a:off x="498725" y="2069800"/>
                <a:ext cx="102600" cy="102600"/>
              </a:xfrm>
              <a:prstGeom prst="straightConnector1">
                <a:avLst/>
              </a:prstGeom>
              <a:noFill/>
              <a:ln cap="flat" cmpd="sng" w="9525">
                <a:solidFill>
                  <a:schemeClr val="dk2"/>
                </a:solidFill>
                <a:prstDash val="solid"/>
                <a:round/>
                <a:headEnd len="med" w="med" type="none"/>
                <a:tailEnd len="med" w="med" type="none"/>
              </a:ln>
            </p:spPr>
          </p:cxnSp>
          <p:cxnSp>
            <p:nvCxnSpPr>
              <p:cNvPr id="480" name="Google Shape;480;p42"/>
              <p:cNvCxnSpPr/>
              <p:nvPr/>
            </p:nvCxnSpPr>
            <p:spPr>
              <a:xfrm flipH="1">
                <a:off x="601325" y="2069800"/>
                <a:ext cx="102600" cy="102600"/>
              </a:xfrm>
              <a:prstGeom prst="straightConnector1">
                <a:avLst/>
              </a:prstGeom>
              <a:noFill/>
              <a:ln cap="flat" cmpd="sng" w="9525">
                <a:solidFill>
                  <a:schemeClr val="dk2"/>
                </a:solidFill>
                <a:prstDash val="solid"/>
                <a:round/>
                <a:headEnd len="med" w="med" type="none"/>
                <a:tailEnd len="med" w="med" type="none"/>
              </a:ln>
            </p:spPr>
          </p:cxnSp>
        </p:grpSp>
      </p:grpSp>
      <p:sp>
        <p:nvSpPr>
          <p:cNvPr id="481" name="Google Shape;481;p42"/>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ChadaTech</a:t>
            </a:r>
            <a:endParaRPr/>
          </a:p>
        </p:txBody>
      </p:sp>
      <p:sp>
        <p:nvSpPr>
          <p:cNvPr id="482" name="Google Shape;482;p42"/>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April</a:t>
            </a:r>
            <a:endParaRPr/>
          </a:p>
        </p:txBody>
      </p:sp>
      <p:sp>
        <p:nvSpPr>
          <p:cNvPr id="483" name="Google Shape;483;p42"/>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rPr lang="en"/>
              <a:t>2026</a:t>
            </a:r>
            <a:endParaRPr/>
          </a:p>
        </p:txBody>
      </p:sp>
      <p:sp>
        <p:nvSpPr>
          <p:cNvPr id="484" name="Google Shape;484;p42"/>
          <p:cNvSpPr txBox="1"/>
          <p:nvPr>
            <p:ph type="title"/>
          </p:nvPr>
        </p:nvSpPr>
        <p:spPr>
          <a:xfrm>
            <a:off x="277500" y="228600"/>
            <a:ext cx="3904500" cy="5373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a:t>Waterfall Model</a:t>
            </a:r>
            <a:endParaRPr/>
          </a:p>
        </p:txBody>
      </p:sp>
      <p:sp>
        <p:nvSpPr>
          <p:cNvPr id="485" name="Google Shape;485;p42"/>
          <p:cNvSpPr txBox="1"/>
          <p:nvPr>
            <p:ph idx="4" type="subTitle"/>
          </p:nvPr>
        </p:nvSpPr>
        <p:spPr>
          <a:xfrm>
            <a:off x="4744575" y="387150"/>
            <a:ext cx="322500" cy="288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1</a:t>
            </a:r>
            <a:endParaRPr/>
          </a:p>
        </p:txBody>
      </p:sp>
      <p:sp>
        <p:nvSpPr>
          <p:cNvPr id="486" name="Google Shape;486;p42"/>
          <p:cNvSpPr txBox="1"/>
          <p:nvPr>
            <p:ph idx="5" type="subTitle"/>
          </p:nvPr>
        </p:nvSpPr>
        <p:spPr>
          <a:xfrm>
            <a:off x="4744575" y="1064088"/>
            <a:ext cx="322500" cy="288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2</a:t>
            </a:r>
            <a:endParaRPr/>
          </a:p>
        </p:txBody>
      </p:sp>
      <p:sp>
        <p:nvSpPr>
          <p:cNvPr id="487" name="Google Shape;487;p42"/>
          <p:cNvSpPr txBox="1"/>
          <p:nvPr>
            <p:ph idx="6" type="subTitle"/>
          </p:nvPr>
        </p:nvSpPr>
        <p:spPr>
          <a:xfrm>
            <a:off x="4744575" y="1741025"/>
            <a:ext cx="322500" cy="288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3</a:t>
            </a:r>
            <a:endParaRPr/>
          </a:p>
        </p:txBody>
      </p:sp>
      <p:sp>
        <p:nvSpPr>
          <p:cNvPr id="488" name="Google Shape;488;p42"/>
          <p:cNvSpPr txBox="1"/>
          <p:nvPr>
            <p:ph idx="7" type="subTitle"/>
          </p:nvPr>
        </p:nvSpPr>
        <p:spPr>
          <a:xfrm>
            <a:off x="4744575" y="2422306"/>
            <a:ext cx="322500" cy="288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4</a:t>
            </a:r>
            <a:endParaRPr/>
          </a:p>
        </p:txBody>
      </p:sp>
      <p:sp>
        <p:nvSpPr>
          <p:cNvPr id="489" name="Google Shape;489;p42"/>
          <p:cNvSpPr txBox="1"/>
          <p:nvPr>
            <p:ph idx="8" type="subTitle"/>
          </p:nvPr>
        </p:nvSpPr>
        <p:spPr>
          <a:xfrm>
            <a:off x="4744575" y="3096606"/>
            <a:ext cx="322500" cy="288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5</a:t>
            </a:r>
            <a:endParaRPr/>
          </a:p>
        </p:txBody>
      </p:sp>
      <p:sp>
        <p:nvSpPr>
          <p:cNvPr id="490" name="Google Shape;490;p42"/>
          <p:cNvSpPr txBox="1"/>
          <p:nvPr>
            <p:ph idx="9" type="subTitle"/>
          </p:nvPr>
        </p:nvSpPr>
        <p:spPr>
          <a:xfrm>
            <a:off x="4744575" y="3770931"/>
            <a:ext cx="322500" cy="288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6</a:t>
            </a:r>
            <a:endParaRPr/>
          </a:p>
        </p:txBody>
      </p:sp>
      <p:sp>
        <p:nvSpPr>
          <p:cNvPr id="491" name="Google Shape;491;p42"/>
          <p:cNvSpPr txBox="1"/>
          <p:nvPr>
            <p:ph idx="13" type="subTitle"/>
          </p:nvPr>
        </p:nvSpPr>
        <p:spPr>
          <a:xfrm>
            <a:off x="5067075" y="387150"/>
            <a:ext cx="3267600" cy="288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Requirements</a:t>
            </a:r>
            <a:endParaRPr/>
          </a:p>
        </p:txBody>
      </p:sp>
      <p:sp>
        <p:nvSpPr>
          <p:cNvPr id="492" name="Google Shape;492;p42"/>
          <p:cNvSpPr txBox="1"/>
          <p:nvPr>
            <p:ph idx="14" type="subTitle"/>
          </p:nvPr>
        </p:nvSpPr>
        <p:spPr>
          <a:xfrm>
            <a:off x="5067075" y="1064088"/>
            <a:ext cx="3267600" cy="2886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None/>
            </a:pPr>
            <a:r>
              <a:rPr lang="en"/>
              <a:t>Dessign</a:t>
            </a:r>
            <a:endParaRPr/>
          </a:p>
        </p:txBody>
      </p:sp>
      <p:sp>
        <p:nvSpPr>
          <p:cNvPr id="493" name="Google Shape;493;p42"/>
          <p:cNvSpPr txBox="1"/>
          <p:nvPr>
            <p:ph idx="15" type="subTitle"/>
          </p:nvPr>
        </p:nvSpPr>
        <p:spPr>
          <a:xfrm>
            <a:off x="5067075" y="1741025"/>
            <a:ext cx="3267600" cy="2886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None/>
            </a:pPr>
            <a:r>
              <a:rPr lang="en"/>
              <a:t>Development</a:t>
            </a:r>
            <a:endParaRPr/>
          </a:p>
        </p:txBody>
      </p:sp>
      <p:sp>
        <p:nvSpPr>
          <p:cNvPr id="494" name="Google Shape;494;p42"/>
          <p:cNvSpPr txBox="1"/>
          <p:nvPr>
            <p:ph idx="16" type="subTitle"/>
          </p:nvPr>
        </p:nvSpPr>
        <p:spPr>
          <a:xfrm>
            <a:off x="5067075" y="2422306"/>
            <a:ext cx="3267600" cy="2886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None/>
            </a:pPr>
            <a:r>
              <a:rPr lang="en"/>
              <a:t>Testing</a:t>
            </a:r>
            <a:endParaRPr/>
          </a:p>
        </p:txBody>
      </p:sp>
      <p:sp>
        <p:nvSpPr>
          <p:cNvPr id="495" name="Google Shape;495;p42"/>
          <p:cNvSpPr/>
          <p:nvPr/>
        </p:nvSpPr>
        <p:spPr>
          <a:xfrm>
            <a:off x="4618950" y="2989591"/>
            <a:ext cx="4296900" cy="605700"/>
          </a:xfrm>
          <a:prstGeom prst="roundRect">
            <a:avLst>
              <a:gd fmla="val 1699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grpSp>
        <p:nvGrpSpPr>
          <p:cNvPr id="496" name="Google Shape;496;p42"/>
          <p:cNvGrpSpPr/>
          <p:nvPr/>
        </p:nvGrpSpPr>
        <p:grpSpPr>
          <a:xfrm rot="-5400000">
            <a:off x="8556505" y="3191771"/>
            <a:ext cx="204654" cy="204654"/>
            <a:chOff x="259788" y="1923155"/>
            <a:chExt cx="409800" cy="409800"/>
          </a:xfrm>
        </p:grpSpPr>
        <p:sp>
          <p:nvSpPr>
            <p:cNvPr id="497" name="Google Shape;497;p42"/>
            <p:cNvSpPr/>
            <p:nvPr/>
          </p:nvSpPr>
          <p:spPr>
            <a:xfrm>
              <a:off x="259788" y="1923155"/>
              <a:ext cx="409800" cy="409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grpSp>
          <p:nvGrpSpPr>
            <p:cNvPr id="498" name="Google Shape;498;p42"/>
            <p:cNvGrpSpPr/>
            <p:nvPr/>
          </p:nvGrpSpPr>
          <p:grpSpPr>
            <a:xfrm>
              <a:off x="362088" y="2093825"/>
              <a:ext cx="205200" cy="102600"/>
              <a:chOff x="498725" y="2069800"/>
              <a:chExt cx="205200" cy="102600"/>
            </a:xfrm>
          </p:grpSpPr>
          <p:cxnSp>
            <p:nvCxnSpPr>
              <p:cNvPr id="499" name="Google Shape;499;p42"/>
              <p:cNvCxnSpPr/>
              <p:nvPr/>
            </p:nvCxnSpPr>
            <p:spPr>
              <a:xfrm>
                <a:off x="498725" y="2069800"/>
                <a:ext cx="102600" cy="102600"/>
              </a:xfrm>
              <a:prstGeom prst="straightConnector1">
                <a:avLst/>
              </a:prstGeom>
              <a:noFill/>
              <a:ln cap="flat" cmpd="sng" w="9525">
                <a:solidFill>
                  <a:schemeClr val="dk2"/>
                </a:solidFill>
                <a:prstDash val="solid"/>
                <a:round/>
                <a:headEnd len="med" w="med" type="none"/>
                <a:tailEnd len="med" w="med" type="none"/>
              </a:ln>
            </p:spPr>
          </p:cxnSp>
          <p:cxnSp>
            <p:nvCxnSpPr>
              <p:cNvPr id="500" name="Google Shape;500;p42"/>
              <p:cNvCxnSpPr/>
              <p:nvPr/>
            </p:nvCxnSpPr>
            <p:spPr>
              <a:xfrm flipH="1">
                <a:off x="601325" y="2069800"/>
                <a:ext cx="102600" cy="102600"/>
              </a:xfrm>
              <a:prstGeom prst="straightConnector1">
                <a:avLst/>
              </a:prstGeom>
              <a:noFill/>
              <a:ln cap="flat" cmpd="sng" w="9525">
                <a:solidFill>
                  <a:schemeClr val="dk2"/>
                </a:solidFill>
                <a:prstDash val="solid"/>
                <a:round/>
                <a:headEnd len="med" w="med" type="none"/>
                <a:tailEnd len="med" w="med" type="none"/>
              </a:ln>
            </p:spPr>
          </p:cxnSp>
        </p:grpSp>
      </p:grpSp>
      <p:sp>
        <p:nvSpPr>
          <p:cNvPr id="501" name="Google Shape;501;p42"/>
          <p:cNvSpPr txBox="1"/>
          <p:nvPr>
            <p:ph idx="7" type="subTitle"/>
          </p:nvPr>
        </p:nvSpPr>
        <p:spPr>
          <a:xfrm>
            <a:off x="4744575" y="3149947"/>
            <a:ext cx="322500" cy="288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5</a:t>
            </a:r>
            <a:endParaRPr/>
          </a:p>
        </p:txBody>
      </p:sp>
      <p:sp>
        <p:nvSpPr>
          <p:cNvPr id="502" name="Google Shape;502;p42"/>
          <p:cNvSpPr txBox="1"/>
          <p:nvPr>
            <p:ph idx="8" type="subTitle"/>
          </p:nvPr>
        </p:nvSpPr>
        <p:spPr>
          <a:xfrm>
            <a:off x="4744575" y="3824247"/>
            <a:ext cx="322500" cy="288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5</a:t>
            </a:r>
            <a:endParaRPr/>
          </a:p>
        </p:txBody>
      </p:sp>
      <p:sp>
        <p:nvSpPr>
          <p:cNvPr id="503" name="Google Shape;503;p42"/>
          <p:cNvSpPr txBox="1"/>
          <p:nvPr>
            <p:ph idx="16" type="subTitle"/>
          </p:nvPr>
        </p:nvSpPr>
        <p:spPr>
          <a:xfrm>
            <a:off x="5067075" y="3149947"/>
            <a:ext cx="3267600" cy="2886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None/>
            </a:pPr>
            <a:r>
              <a:rPr lang="en"/>
              <a:t>Deploying</a:t>
            </a:r>
            <a:endParaRPr/>
          </a:p>
        </p:txBody>
      </p:sp>
      <p:sp>
        <p:nvSpPr>
          <p:cNvPr id="504" name="Google Shape;504;p42"/>
          <p:cNvSpPr/>
          <p:nvPr/>
        </p:nvSpPr>
        <p:spPr>
          <a:xfrm>
            <a:off x="4618950" y="3717250"/>
            <a:ext cx="4296900" cy="605700"/>
          </a:xfrm>
          <a:prstGeom prst="roundRect">
            <a:avLst>
              <a:gd fmla="val 1699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grpSp>
        <p:nvGrpSpPr>
          <p:cNvPr id="505" name="Google Shape;505;p42"/>
          <p:cNvGrpSpPr/>
          <p:nvPr/>
        </p:nvGrpSpPr>
        <p:grpSpPr>
          <a:xfrm rot="-5400000">
            <a:off x="8556505" y="3919430"/>
            <a:ext cx="204654" cy="204654"/>
            <a:chOff x="259788" y="1923155"/>
            <a:chExt cx="409800" cy="409800"/>
          </a:xfrm>
        </p:grpSpPr>
        <p:sp>
          <p:nvSpPr>
            <p:cNvPr id="506" name="Google Shape;506;p42"/>
            <p:cNvSpPr/>
            <p:nvPr/>
          </p:nvSpPr>
          <p:spPr>
            <a:xfrm>
              <a:off x="259788" y="1923155"/>
              <a:ext cx="409800" cy="409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grpSp>
          <p:nvGrpSpPr>
            <p:cNvPr id="507" name="Google Shape;507;p42"/>
            <p:cNvGrpSpPr/>
            <p:nvPr/>
          </p:nvGrpSpPr>
          <p:grpSpPr>
            <a:xfrm>
              <a:off x="362088" y="2093825"/>
              <a:ext cx="205200" cy="102600"/>
              <a:chOff x="498725" y="2069800"/>
              <a:chExt cx="205200" cy="102600"/>
            </a:xfrm>
          </p:grpSpPr>
          <p:cxnSp>
            <p:nvCxnSpPr>
              <p:cNvPr id="508" name="Google Shape;508;p42"/>
              <p:cNvCxnSpPr/>
              <p:nvPr/>
            </p:nvCxnSpPr>
            <p:spPr>
              <a:xfrm>
                <a:off x="498725" y="2069800"/>
                <a:ext cx="102600" cy="102600"/>
              </a:xfrm>
              <a:prstGeom prst="straightConnector1">
                <a:avLst/>
              </a:prstGeom>
              <a:noFill/>
              <a:ln cap="flat" cmpd="sng" w="9525">
                <a:solidFill>
                  <a:schemeClr val="dk2"/>
                </a:solidFill>
                <a:prstDash val="solid"/>
                <a:round/>
                <a:headEnd len="med" w="med" type="none"/>
                <a:tailEnd len="med" w="med" type="none"/>
              </a:ln>
            </p:spPr>
          </p:cxnSp>
          <p:cxnSp>
            <p:nvCxnSpPr>
              <p:cNvPr id="509" name="Google Shape;509;p42"/>
              <p:cNvCxnSpPr/>
              <p:nvPr/>
            </p:nvCxnSpPr>
            <p:spPr>
              <a:xfrm flipH="1">
                <a:off x="601325" y="2069800"/>
                <a:ext cx="102600" cy="102600"/>
              </a:xfrm>
              <a:prstGeom prst="straightConnector1">
                <a:avLst/>
              </a:prstGeom>
              <a:noFill/>
              <a:ln cap="flat" cmpd="sng" w="9525">
                <a:solidFill>
                  <a:schemeClr val="dk2"/>
                </a:solidFill>
                <a:prstDash val="solid"/>
                <a:round/>
                <a:headEnd len="med" w="med" type="none"/>
                <a:tailEnd len="med" w="med" type="none"/>
              </a:ln>
            </p:spPr>
          </p:cxnSp>
        </p:grpSp>
      </p:grpSp>
      <p:sp>
        <p:nvSpPr>
          <p:cNvPr id="510" name="Google Shape;510;p42"/>
          <p:cNvSpPr txBox="1"/>
          <p:nvPr>
            <p:ph idx="7" type="subTitle"/>
          </p:nvPr>
        </p:nvSpPr>
        <p:spPr>
          <a:xfrm>
            <a:off x="4744575" y="3877606"/>
            <a:ext cx="322500" cy="288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6</a:t>
            </a:r>
            <a:endParaRPr/>
          </a:p>
        </p:txBody>
      </p:sp>
      <p:sp>
        <p:nvSpPr>
          <p:cNvPr id="511" name="Google Shape;511;p42"/>
          <p:cNvSpPr txBox="1"/>
          <p:nvPr>
            <p:ph idx="16" type="subTitle"/>
          </p:nvPr>
        </p:nvSpPr>
        <p:spPr>
          <a:xfrm>
            <a:off x="5067075" y="3877606"/>
            <a:ext cx="3267600" cy="2886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None/>
            </a:pPr>
            <a:r>
              <a:rPr lang="en"/>
              <a:t>Maintenance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43"/>
          <p:cNvSpPr txBox="1"/>
          <p:nvPr>
            <p:ph type="title"/>
          </p:nvPr>
        </p:nvSpPr>
        <p:spPr>
          <a:xfrm>
            <a:off x="4591800" y="304700"/>
            <a:ext cx="3861900" cy="1920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400"/>
              <a:t>Explaining Waterfall Modal</a:t>
            </a:r>
            <a:endParaRPr sz="1400"/>
          </a:p>
          <a:p>
            <a:pPr indent="0" lvl="0" marL="0" rtl="0" algn="l">
              <a:spcBef>
                <a:spcPts val="0"/>
              </a:spcBef>
              <a:spcAft>
                <a:spcPts val="0"/>
              </a:spcAft>
              <a:buNone/>
            </a:pPr>
            <a:r>
              <a:t/>
            </a:r>
            <a:endParaRPr sz="1400"/>
          </a:p>
        </p:txBody>
      </p:sp>
      <p:pic>
        <p:nvPicPr>
          <p:cNvPr id="517" name="Google Shape;517;p43"/>
          <p:cNvPicPr preferRelativeResize="0"/>
          <p:nvPr>
            <p:ph idx="2" type="pic"/>
          </p:nvPr>
        </p:nvPicPr>
        <p:blipFill rotWithShape="1">
          <a:blip r:embed="rId3">
            <a:alphaModFix/>
          </a:blip>
          <a:srcRect b="0" l="2723" r="2723" t="0"/>
          <a:stretch/>
        </p:blipFill>
        <p:spPr>
          <a:xfrm>
            <a:off x="246150" y="237650"/>
            <a:ext cx="4196398" cy="4438198"/>
          </a:xfrm>
          <a:prstGeom prst="rect">
            <a:avLst/>
          </a:prstGeom>
        </p:spPr>
      </p:pic>
      <p:sp>
        <p:nvSpPr>
          <p:cNvPr id="518" name="Google Shape;518;p43"/>
          <p:cNvSpPr txBox="1"/>
          <p:nvPr>
            <p:ph idx="1" type="body"/>
          </p:nvPr>
        </p:nvSpPr>
        <p:spPr>
          <a:xfrm>
            <a:off x="4618950" y="1636400"/>
            <a:ext cx="4290000" cy="2419800"/>
          </a:xfrm>
          <a:prstGeom prst="rect">
            <a:avLst/>
          </a:prstGeom>
        </p:spPr>
        <p:txBody>
          <a:bodyPr anchorCtr="0" anchor="b" bIns="91425" lIns="0" spcFirstLastPara="1" rIns="91425" wrap="square" tIns="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t>Waterfall</a:t>
            </a:r>
            <a:r>
              <a:rPr lang="en"/>
              <a:t> method takes a </a:t>
            </a:r>
            <a:r>
              <a:rPr lang="en"/>
              <a:t>sequential</a:t>
            </a:r>
            <a:r>
              <a:rPr lang="en"/>
              <a:t> </a:t>
            </a:r>
            <a:r>
              <a:rPr lang="en"/>
              <a:t>approach</a:t>
            </a:r>
            <a:r>
              <a:rPr lang="en"/>
              <a:t>, thus</a:t>
            </a:r>
            <a:endParaRPr/>
          </a:p>
          <a:p>
            <a:pPr indent="-304800" lvl="0" marL="457200" rtl="0" algn="l">
              <a:spcBef>
                <a:spcPts val="0"/>
              </a:spcBef>
              <a:spcAft>
                <a:spcPts val="0"/>
              </a:spcAft>
              <a:buSzPts val="1200"/>
              <a:buChar char="●"/>
            </a:pPr>
            <a:r>
              <a:rPr lang="en"/>
              <a:t>PLanning Phase for the team, also meet with customer create full design</a:t>
            </a:r>
            <a:endParaRPr/>
          </a:p>
          <a:p>
            <a:pPr indent="-304800" lvl="0" marL="457200" rtl="0" algn="l">
              <a:spcBef>
                <a:spcPts val="0"/>
              </a:spcBef>
              <a:spcAft>
                <a:spcPts val="0"/>
              </a:spcAft>
              <a:buSzPts val="1200"/>
              <a:buChar char="●"/>
            </a:pPr>
            <a:r>
              <a:rPr lang="en"/>
              <a:t>Development build the product here to complete, no beta tests.</a:t>
            </a:r>
            <a:endParaRPr/>
          </a:p>
          <a:p>
            <a:pPr indent="-304800" lvl="0" marL="457200" rtl="0" algn="l">
              <a:spcBef>
                <a:spcPts val="0"/>
              </a:spcBef>
              <a:spcAft>
                <a:spcPts val="0"/>
              </a:spcAft>
              <a:buSzPts val="1200"/>
              <a:buChar char="●"/>
            </a:pPr>
            <a:r>
              <a:rPr lang="en"/>
              <a:t>Testers place tests on top of this design.</a:t>
            </a:r>
            <a:endParaRPr/>
          </a:p>
          <a:p>
            <a:pPr indent="-304800" lvl="0" marL="457200" rtl="0" algn="l">
              <a:spcBef>
                <a:spcPts val="0"/>
              </a:spcBef>
              <a:spcAft>
                <a:spcPts val="0"/>
              </a:spcAft>
              <a:buSzPts val="1200"/>
              <a:buChar char="●"/>
            </a:pPr>
            <a:r>
              <a:rPr lang="en"/>
              <a:t>Beta Testing and Alpha Testing here</a:t>
            </a:r>
            <a:endParaRPr/>
          </a:p>
          <a:p>
            <a:pPr indent="-304800" lvl="0" marL="457200" rtl="0" algn="l">
              <a:spcBef>
                <a:spcPts val="0"/>
              </a:spcBef>
              <a:spcAft>
                <a:spcPts val="0"/>
              </a:spcAft>
              <a:buSzPts val="1200"/>
              <a:buChar char="●"/>
            </a:pPr>
            <a:r>
              <a:rPr lang="en"/>
              <a:t>Final Product has been released here.</a:t>
            </a:r>
            <a:endParaRPr/>
          </a:p>
          <a:p>
            <a:pPr indent="-304800" lvl="0" marL="457200" rtl="0" algn="l">
              <a:spcBef>
                <a:spcPts val="0"/>
              </a:spcBef>
              <a:spcAft>
                <a:spcPts val="0"/>
              </a:spcAft>
              <a:buSzPts val="1200"/>
              <a:buChar char="●"/>
            </a:pPr>
            <a:r>
              <a:rPr lang="en"/>
              <a:t>Then let customer check to see if there are any errors.</a:t>
            </a:r>
            <a:endParaRPr/>
          </a:p>
          <a:p>
            <a:pPr indent="-304800" lvl="0" marL="457200" rtl="0" algn="l">
              <a:spcBef>
                <a:spcPts val="0"/>
              </a:spcBef>
              <a:spcAft>
                <a:spcPts val="0"/>
              </a:spcAft>
              <a:buSzPts val="1200"/>
              <a:buChar char="●"/>
            </a:pPr>
            <a:r>
              <a:rPr lang="en"/>
              <a:t>Unable to add in new features after planning phase, This would have been an issue when switching to detox views.  Also accepting or </a:t>
            </a:r>
            <a:r>
              <a:rPr lang="en"/>
              <a:t>changing</a:t>
            </a:r>
            <a:r>
              <a:rPr lang="en"/>
              <a:t> plans after the initial build would be difficult from the rigid structure.</a:t>
            </a:r>
            <a:endParaRPr/>
          </a:p>
        </p:txBody>
      </p:sp>
      <p:sp>
        <p:nvSpPr>
          <p:cNvPr id="519" name="Google Shape;519;p43"/>
          <p:cNvSpPr txBox="1"/>
          <p:nvPr>
            <p:ph idx="3" type="title"/>
          </p:nvPr>
        </p:nvSpPr>
        <p:spPr>
          <a:xfrm>
            <a:off x="4602400" y="579750"/>
            <a:ext cx="4235400" cy="1116000"/>
          </a:xfrm>
          <a:prstGeom prst="rect">
            <a:avLst/>
          </a:prstGeom>
        </p:spPr>
        <p:txBody>
          <a:bodyPr anchorCtr="0" anchor="t" bIns="91425" lIns="0" spcFirstLastPara="1" rIns="91425" wrap="square" tIns="0">
            <a:noAutofit/>
          </a:bodyPr>
          <a:lstStyle/>
          <a:p>
            <a:pPr indent="0" lvl="0" marL="0" rtl="0" algn="l">
              <a:lnSpc>
                <a:spcPct val="115000"/>
              </a:lnSpc>
              <a:spcBef>
                <a:spcPts val="1800"/>
              </a:spcBef>
              <a:spcAft>
                <a:spcPts val="400"/>
              </a:spcAft>
              <a:buNone/>
            </a:pPr>
            <a:r>
              <a:rPr lang="en" sz="2500"/>
              <a:t>Features of the Waterfall Model</a:t>
            </a:r>
            <a:endParaRPr sz="2500"/>
          </a:p>
        </p:txBody>
      </p:sp>
      <p:sp>
        <p:nvSpPr>
          <p:cNvPr id="520" name="Google Shape;520;p43"/>
          <p:cNvSpPr txBox="1"/>
          <p:nvPr>
            <p:ph idx="4" type="subTitle"/>
          </p:nvPr>
        </p:nvSpPr>
        <p:spPr>
          <a:xfrm>
            <a:off x="320625" y="4675975"/>
            <a:ext cx="2700000" cy="236400"/>
          </a:xfrm>
          <a:prstGeom prst="rect">
            <a:avLst/>
          </a:prstGeom>
        </p:spPr>
        <p:txBody>
          <a:bodyPr anchorCtr="0" anchor="b" bIns="0" lIns="0" spcFirstLastPara="1" rIns="0" wrap="square" tIns="0">
            <a:noAutofit/>
          </a:bodyPr>
          <a:lstStyle/>
          <a:p>
            <a:pPr indent="0" lvl="0" marL="0" rtl="0" algn="l">
              <a:spcBef>
                <a:spcPts val="0"/>
              </a:spcBef>
              <a:spcAft>
                <a:spcPts val="0"/>
              </a:spcAft>
              <a:buClr>
                <a:schemeClr val="dk1"/>
              </a:buClr>
              <a:buSzPts val="1100"/>
              <a:buNone/>
            </a:pPr>
            <a:r>
              <a:rPr lang="en"/>
              <a:t>ChadaTech</a:t>
            </a:r>
            <a:endParaRPr/>
          </a:p>
        </p:txBody>
      </p:sp>
      <p:sp>
        <p:nvSpPr>
          <p:cNvPr id="521" name="Google Shape;521;p43"/>
          <p:cNvSpPr txBox="1"/>
          <p:nvPr>
            <p:ph idx="5" type="subTitle"/>
          </p:nvPr>
        </p:nvSpPr>
        <p:spPr>
          <a:xfrm>
            <a:off x="4716740" y="4675975"/>
            <a:ext cx="22947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April</a:t>
            </a:r>
            <a:endParaRPr/>
          </a:p>
        </p:txBody>
      </p:sp>
      <p:sp>
        <p:nvSpPr>
          <p:cNvPr id="522" name="Google Shape;522;p43"/>
          <p:cNvSpPr txBox="1"/>
          <p:nvPr>
            <p:ph idx="6"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rPr lang="en"/>
              <a:t>2026</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44"/>
          <p:cNvSpPr/>
          <p:nvPr/>
        </p:nvSpPr>
        <p:spPr>
          <a:xfrm>
            <a:off x="4618950" y="228600"/>
            <a:ext cx="4296900" cy="605700"/>
          </a:xfrm>
          <a:prstGeom prst="roundRect">
            <a:avLst>
              <a:gd fmla="val 1699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28" name="Google Shape;528;p44"/>
          <p:cNvSpPr/>
          <p:nvPr/>
        </p:nvSpPr>
        <p:spPr>
          <a:xfrm>
            <a:off x="4618950" y="906375"/>
            <a:ext cx="4296600" cy="605700"/>
          </a:xfrm>
          <a:prstGeom prst="roundRect">
            <a:avLst>
              <a:gd fmla="val 1699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29" name="Google Shape;529;p44"/>
          <p:cNvSpPr/>
          <p:nvPr/>
        </p:nvSpPr>
        <p:spPr>
          <a:xfrm>
            <a:off x="4618950" y="1584175"/>
            <a:ext cx="4296600" cy="605700"/>
          </a:xfrm>
          <a:prstGeom prst="roundRect">
            <a:avLst>
              <a:gd fmla="val 1699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30" name="Google Shape;530;p44"/>
          <p:cNvSpPr/>
          <p:nvPr/>
        </p:nvSpPr>
        <p:spPr>
          <a:xfrm>
            <a:off x="4618950" y="2261950"/>
            <a:ext cx="4296900" cy="605700"/>
          </a:xfrm>
          <a:prstGeom prst="roundRect">
            <a:avLst>
              <a:gd fmla="val 1699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grpSp>
        <p:nvGrpSpPr>
          <p:cNvPr id="531" name="Google Shape;531;p44"/>
          <p:cNvGrpSpPr/>
          <p:nvPr/>
        </p:nvGrpSpPr>
        <p:grpSpPr>
          <a:xfrm rot="-5400000">
            <a:off x="8556505" y="430775"/>
            <a:ext cx="204654" cy="204654"/>
            <a:chOff x="259788" y="1923155"/>
            <a:chExt cx="409800" cy="409800"/>
          </a:xfrm>
        </p:grpSpPr>
        <p:sp>
          <p:nvSpPr>
            <p:cNvPr id="532" name="Google Shape;532;p44"/>
            <p:cNvSpPr/>
            <p:nvPr/>
          </p:nvSpPr>
          <p:spPr>
            <a:xfrm>
              <a:off x="259788" y="1923155"/>
              <a:ext cx="409800" cy="409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grpSp>
          <p:nvGrpSpPr>
            <p:cNvPr id="533" name="Google Shape;533;p44"/>
            <p:cNvGrpSpPr/>
            <p:nvPr/>
          </p:nvGrpSpPr>
          <p:grpSpPr>
            <a:xfrm>
              <a:off x="362088" y="2093825"/>
              <a:ext cx="205200" cy="102600"/>
              <a:chOff x="498725" y="2069800"/>
              <a:chExt cx="205200" cy="102600"/>
            </a:xfrm>
          </p:grpSpPr>
          <p:cxnSp>
            <p:nvCxnSpPr>
              <p:cNvPr id="534" name="Google Shape;534;p44"/>
              <p:cNvCxnSpPr/>
              <p:nvPr/>
            </p:nvCxnSpPr>
            <p:spPr>
              <a:xfrm>
                <a:off x="498725" y="2069800"/>
                <a:ext cx="102600" cy="102600"/>
              </a:xfrm>
              <a:prstGeom prst="straightConnector1">
                <a:avLst/>
              </a:prstGeom>
              <a:noFill/>
              <a:ln cap="flat" cmpd="sng" w="9525">
                <a:solidFill>
                  <a:schemeClr val="dk2"/>
                </a:solidFill>
                <a:prstDash val="solid"/>
                <a:round/>
                <a:headEnd len="med" w="med" type="none"/>
                <a:tailEnd len="med" w="med" type="none"/>
              </a:ln>
            </p:spPr>
          </p:cxnSp>
          <p:cxnSp>
            <p:nvCxnSpPr>
              <p:cNvPr id="535" name="Google Shape;535;p44"/>
              <p:cNvCxnSpPr/>
              <p:nvPr/>
            </p:nvCxnSpPr>
            <p:spPr>
              <a:xfrm flipH="1">
                <a:off x="601325" y="2069800"/>
                <a:ext cx="102600" cy="102600"/>
              </a:xfrm>
              <a:prstGeom prst="straightConnector1">
                <a:avLst/>
              </a:prstGeom>
              <a:noFill/>
              <a:ln cap="flat" cmpd="sng" w="9525">
                <a:solidFill>
                  <a:schemeClr val="dk2"/>
                </a:solidFill>
                <a:prstDash val="solid"/>
                <a:round/>
                <a:headEnd len="med" w="med" type="none"/>
                <a:tailEnd len="med" w="med" type="none"/>
              </a:ln>
            </p:spPr>
          </p:cxnSp>
        </p:grpSp>
      </p:grpSp>
      <p:grpSp>
        <p:nvGrpSpPr>
          <p:cNvPr id="536" name="Google Shape;536;p44"/>
          <p:cNvGrpSpPr/>
          <p:nvPr/>
        </p:nvGrpSpPr>
        <p:grpSpPr>
          <a:xfrm rot="-5400000">
            <a:off x="8556505" y="1108560"/>
            <a:ext cx="204654" cy="204654"/>
            <a:chOff x="259788" y="1923155"/>
            <a:chExt cx="409800" cy="409800"/>
          </a:xfrm>
        </p:grpSpPr>
        <p:sp>
          <p:nvSpPr>
            <p:cNvPr id="537" name="Google Shape;537;p44"/>
            <p:cNvSpPr/>
            <p:nvPr/>
          </p:nvSpPr>
          <p:spPr>
            <a:xfrm>
              <a:off x="259788" y="1923155"/>
              <a:ext cx="409800" cy="409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grpSp>
          <p:nvGrpSpPr>
            <p:cNvPr id="538" name="Google Shape;538;p44"/>
            <p:cNvGrpSpPr/>
            <p:nvPr/>
          </p:nvGrpSpPr>
          <p:grpSpPr>
            <a:xfrm>
              <a:off x="362088" y="2093825"/>
              <a:ext cx="205200" cy="102600"/>
              <a:chOff x="498725" y="2069800"/>
              <a:chExt cx="205200" cy="102600"/>
            </a:xfrm>
          </p:grpSpPr>
          <p:cxnSp>
            <p:nvCxnSpPr>
              <p:cNvPr id="539" name="Google Shape;539;p44"/>
              <p:cNvCxnSpPr/>
              <p:nvPr/>
            </p:nvCxnSpPr>
            <p:spPr>
              <a:xfrm>
                <a:off x="498725" y="2069800"/>
                <a:ext cx="102600" cy="102600"/>
              </a:xfrm>
              <a:prstGeom prst="straightConnector1">
                <a:avLst/>
              </a:prstGeom>
              <a:noFill/>
              <a:ln cap="flat" cmpd="sng" w="9525">
                <a:solidFill>
                  <a:schemeClr val="dk2"/>
                </a:solidFill>
                <a:prstDash val="solid"/>
                <a:round/>
                <a:headEnd len="med" w="med" type="none"/>
                <a:tailEnd len="med" w="med" type="none"/>
              </a:ln>
            </p:spPr>
          </p:cxnSp>
          <p:cxnSp>
            <p:nvCxnSpPr>
              <p:cNvPr id="540" name="Google Shape;540;p44"/>
              <p:cNvCxnSpPr/>
              <p:nvPr/>
            </p:nvCxnSpPr>
            <p:spPr>
              <a:xfrm flipH="1">
                <a:off x="601325" y="2069800"/>
                <a:ext cx="102600" cy="102600"/>
              </a:xfrm>
              <a:prstGeom prst="straightConnector1">
                <a:avLst/>
              </a:prstGeom>
              <a:noFill/>
              <a:ln cap="flat" cmpd="sng" w="9525">
                <a:solidFill>
                  <a:schemeClr val="dk2"/>
                </a:solidFill>
                <a:prstDash val="solid"/>
                <a:round/>
                <a:headEnd len="med" w="med" type="none"/>
                <a:tailEnd len="med" w="med" type="none"/>
              </a:ln>
            </p:spPr>
          </p:cxnSp>
        </p:grpSp>
      </p:grpSp>
      <p:grpSp>
        <p:nvGrpSpPr>
          <p:cNvPr id="541" name="Google Shape;541;p44"/>
          <p:cNvGrpSpPr/>
          <p:nvPr/>
        </p:nvGrpSpPr>
        <p:grpSpPr>
          <a:xfrm rot="-5400000">
            <a:off x="8556505" y="1786345"/>
            <a:ext cx="204654" cy="204654"/>
            <a:chOff x="259788" y="1923155"/>
            <a:chExt cx="409800" cy="409800"/>
          </a:xfrm>
        </p:grpSpPr>
        <p:sp>
          <p:nvSpPr>
            <p:cNvPr id="542" name="Google Shape;542;p44"/>
            <p:cNvSpPr/>
            <p:nvPr/>
          </p:nvSpPr>
          <p:spPr>
            <a:xfrm>
              <a:off x="259788" y="1923155"/>
              <a:ext cx="409800" cy="409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grpSp>
          <p:nvGrpSpPr>
            <p:cNvPr id="543" name="Google Shape;543;p44"/>
            <p:cNvGrpSpPr/>
            <p:nvPr/>
          </p:nvGrpSpPr>
          <p:grpSpPr>
            <a:xfrm>
              <a:off x="362088" y="2093825"/>
              <a:ext cx="205200" cy="102600"/>
              <a:chOff x="498725" y="2069800"/>
              <a:chExt cx="205200" cy="102600"/>
            </a:xfrm>
          </p:grpSpPr>
          <p:cxnSp>
            <p:nvCxnSpPr>
              <p:cNvPr id="544" name="Google Shape;544;p44"/>
              <p:cNvCxnSpPr/>
              <p:nvPr/>
            </p:nvCxnSpPr>
            <p:spPr>
              <a:xfrm>
                <a:off x="498725" y="2069800"/>
                <a:ext cx="102600" cy="102600"/>
              </a:xfrm>
              <a:prstGeom prst="straightConnector1">
                <a:avLst/>
              </a:prstGeom>
              <a:noFill/>
              <a:ln cap="flat" cmpd="sng" w="9525">
                <a:solidFill>
                  <a:schemeClr val="dk2"/>
                </a:solidFill>
                <a:prstDash val="solid"/>
                <a:round/>
                <a:headEnd len="med" w="med" type="none"/>
                <a:tailEnd len="med" w="med" type="none"/>
              </a:ln>
            </p:spPr>
          </p:cxnSp>
          <p:cxnSp>
            <p:nvCxnSpPr>
              <p:cNvPr id="545" name="Google Shape;545;p44"/>
              <p:cNvCxnSpPr/>
              <p:nvPr/>
            </p:nvCxnSpPr>
            <p:spPr>
              <a:xfrm flipH="1">
                <a:off x="601325" y="2069800"/>
                <a:ext cx="102600" cy="102600"/>
              </a:xfrm>
              <a:prstGeom prst="straightConnector1">
                <a:avLst/>
              </a:prstGeom>
              <a:noFill/>
              <a:ln cap="flat" cmpd="sng" w="9525">
                <a:solidFill>
                  <a:schemeClr val="dk2"/>
                </a:solidFill>
                <a:prstDash val="solid"/>
                <a:round/>
                <a:headEnd len="med" w="med" type="none"/>
                <a:tailEnd len="med" w="med" type="none"/>
              </a:ln>
            </p:spPr>
          </p:cxnSp>
        </p:grpSp>
      </p:grpSp>
      <p:grpSp>
        <p:nvGrpSpPr>
          <p:cNvPr id="546" name="Google Shape;546;p44"/>
          <p:cNvGrpSpPr/>
          <p:nvPr/>
        </p:nvGrpSpPr>
        <p:grpSpPr>
          <a:xfrm rot="-5400000">
            <a:off x="8556505" y="2464130"/>
            <a:ext cx="204654" cy="204654"/>
            <a:chOff x="259788" y="1923155"/>
            <a:chExt cx="409800" cy="409800"/>
          </a:xfrm>
        </p:grpSpPr>
        <p:sp>
          <p:nvSpPr>
            <p:cNvPr id="547" name="Google Shape;547;p44"/>
            <p:cNvSpPr/>
            <p:nvPr/>
          </p:nvSpPr>
          <p:spPr>
            <a:xfrm>
              <a:off x="259788" y="1923155"/>
              <a:ext cx="409800" cy="409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grpSp>
          <p:nvGrpSpPr>
            <p:cNvPr id="548" name="Google Shape;548;p44"/>
            <p:cNvGrpSpPr/>
            <p:nvPr/>
          </p:nvGrpSpPr>
          <p:grpSpPr>
            <a:xfrm>
              <a:off x="362088" y="2093825"/>
              <a:ext cx="205200" cy="102600"/>
              <a:chOff x="498725" y="2069800"/>
              <a:chExt cx="205200" cy="102600"/>
            </a:xfrm>
          </p:grpSpPr>
          <p:cxnSp>
            <p:nvCxnSpPr>
              <p:cNvPr id="549" name="Google Shape;549;p44"/>
              <p:cNvCxnSpPr/>
              <p:nvPr/>
            </p:nvCxnSpPr>
            <p:spPr>
              <a:xfrm>
                <a:off x="498725" y="2069800"/>
                <a:ext cx="102600" cy="102600"/>
              </a:xfrm>
              <a:prstGeom prst="straightConnector1">
                <a:avLst/>
              </a:prstGeom>
              <a:noFill/>
              <a:ln cap="flat" cmpd="sng" w="9525">
                <a:solidFill>
                  <a:schemeClr val="dk2"/>
                </a:solidFill>
                <a:prstDash val="solid"/>
                <a:round/>
                <a:headEnd len="med" w="med" type="none"/>
                <a:tailEnd len="med" w="med" type="none"/>
              </a:ln>
            </p:spPr>
          </p:cxnSp>
          <p:cxnSp>
            <p:nvCxnSpPr>
              <p:cNvPr id="550" name="Google Shape;550;p44"/>
              <p:cNvCxnSpPr/>
              <p:nvPr/>
            </p:nvCxnSpPr>
            <p:spPr>
              <a:xfrm flipH="1">
                <a:off x="601325" y="2069800"/>
                <a:ext cx="102600" cy="102600"/>
              </a:xfrm>
              <a:prstGeom prst="straightConnector1">
                <a:avLst/>
              </a:prstGeom>
              <a:noFill/>
              <a:ln cap="flat" cmpd="sng" w="9525">
                <a:solidFill>
                  <a:schemeClr val="dk2"/>
                </a:solidFill>
                <a:prstDash val="solid"/>
                <a:round/>
                <a:headEnd len="med" w="med" type="none"/>
                <a:tailEnd len="med" w="med" type="none"/>
              </a:ln>
            </p:spPr>
          </p:cxnSp>
        </p:grpSp>
      </p:grpSp>
      <p:sp>
        <p:nvSpPr>
          <p:cNvPr id="551" name="Google Shape;551;p44"/>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ChadaTech</a:t>
            </a:r>
            <a:endParaRPr/>
          </a:p>
        </p:txBody>
      </p:sp>
      <p:sp>
        <p:nvSpPr>
          <p:cNvPr id="552" name="Google Shape;552;p44"/>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April</a:t>
            </a:r>
            <a:endParaRPr/>
          </a:p>
        </p:txBody>
      </p:sp>
      <p:sp>
        <p:nvSpPr>
          <p:cNvPr id="553" name="Google Shape;553;p44"/>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rPr lang="en"/>
              <a:t>2026</a:t>
            </a:r>
            <a:endParaRPr/>
          </a:p>
        </p:txBody>
      </p:sp>
      <p:sp>
        <p:nvSpPr>
          <p:cNvPr id="554" name="Google Shape;554;p44"/>
          <p:cNvSpPr txBox="1"/>
          <p:nvPr>
            <p:ph type="title"/>
          </p:nvPr>
        </p:nvSpPr>
        <p:spPr>
          <a:xfrm>
            <a:off x="277500" y="228600"/>
            <a:ext cx="3904500" cy="5373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a:t>Agile Roles</a:t>
            </a:r>
            <a:endParaRPr/>
          </a:p>
        </p:txBody>
      </p:sp>
      <p:sp>
        <p:nvSpPr>
          <p:cNvPr id="555" name="Google Shape;555;p44"/>
          <p:cNvSpPr txBox="1"/>
          <p:nvPr>
            <p:ph idx="4" type="subTitle"/>
          </p:nvPr>
        </p:nvSpPr>
        <p:spPr>
          <a:xfrm>
            <a:off x="4744575" y="387150"/>
            <a:ext cx="322500" cy="288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1</a:t>
            </a:r>
            <a:endParaRPr/>
          </a:p>
        </p:txBody>
      </p:sp>
      <p:sp>
        <p:nvSpPr>
          <p:cNvPr id="556" name="Google Shape;556;p44"/>
          <p:cNvSpPr txBox="1"/>
          <p:nvPr>
            <p:ph idx="5" type="subTitle"/>
          </p:nvPr>
        </p:nvSpPr>
        <p:spPr>
          <a:xfrm>
            <a:off x="4744575" y="1064088"/>
            <a:ext cx="322500" cy="288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2</a:t>
            </a:r>
            <a:endParaRPr/>
          </a:p>
        </p:txBody>
      </p:sp>
      <p:sp>
        <p:nvSpPr>
          <p:cNvPr id="557" name="Google Shape;557;p44"/>
          <p:cNvSpPr txBox="1"/>
          <p:nvPr>
            <p:ph idx="6" type="subTitle"/>
          </p:nvPr>
        </p:nvSpPr>
        <p:spPr>
          <a:xfrm>
            <a:off x="4744575" y="1741025"/>
            <a:ext cx="322500" cy="288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3</a:t>
            </a:r>
            <a:endParaRPr/>
          </a:p>
        </p:txBody>
      </p:sp>
      <p:sp>
        <p:nvSpPr>
          <p:cNvPr id="558" name="Google Shape;558;p44"/>
          <p:cNvSpPr txBox="1"/>
          <p:nvPr>
            <p:ph idx="7" type="subTitle"/>
          </p:nvPr>
        </p:nvSpPr>
        <p:spPr>
          <a:xfrm>
            <a:off x="4744575" y="2422306"/>
            <a:ext cx="322500" cy="288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4</a:t>
            </a:r>
            <a:endParaRPr/>
          </a:p>
        </p:txBody>
      </p:sp>
      <p:sp>
        <p:nvSpPr>
          <p:cNvPr id="559" name="Google Shape;559;p44"/>
          <p:cNvSpPr txBox="1"/>
          <p:nvPr>
            <p:ph idx="8" type="subTitle"/>
          </p:nvPr>
        </p:nvSpPr>
        <p:spPr>
          <a:xfrm>
            <a:off x="4744575" y="3096606"/>
            <a:ext cx="322500" cy="288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5</a:t>
            </a:r>
            <a:endParaRPr/>
          </a:p>
        </p:txBody>
      </p:sp>
      <p:sp>
        <p:nvSpPr>
          <p:cNvPr id="560" name="Google Shape;560;p44"/>
          <p:cNvSpPr txBox="1"/>
          <p:nvPr>
            <p:ph idx="9" type="subTitle"/>
          </p:nvPr>
        </p:nvSpPr>
        <p:spPr>
          <a:xfrm>
            <a:off x="4744575" y="3770931"/>
            <a:ext cx="322500" cy="288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6</a:t>
            </a:r>
            <a:endParaRPr/>
          </a:p>
        </p:txBody>
      </p:sp>
      <p:sp>
        <p:nvSpPr>
          <p:cNvPr id="561" name="Google Shape;561;p44"/>
          <p:cNvSpPr txBox="1"/>
          <p:nvPr>
            <p:ph idx="13" type="subTitle"/>
          </p:nvPr>
        </p:nvSpPr>
        <p:spPr>
          <a:xfrm>
            <a:off x="5067075" y="387150"/>
            <a:ext cx="3267600" cy="288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Scrum Master</a:t>
            </a:r>
            <a:endParaRPr/>
          </a:p>
        </p:txBody>
      </p:sp>
      <p:sp>
        <p:nvSpPr>
          <p:cNvPr id="562" name="Google Shape;562;p44"/>
          <p:cNvSpPr txBox="1"/>
          <p:nvPr>
            <p:ph idx="14" type="subTitle"/>
          </p:nvPr>
        </p:nvSpPr>
        <p:spPr>
          <a:xfrm>
            <a:off x="5067075" y="1064088"/>
            <a:ext cx="3267600" cy="2886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None/>
            </a:pPr>
            <a:r>
              <a:rPr lang="en"/>
              <a:t>Product Owner</a:t>
            </a:r>
            <a:endParaRPr/>
          </a:p>
        </p:txBody>
      </p:sp>
      <p:sp>
        <p:nvSpPr>
          <p:cNvPr id="563" name="Google Shape;563;p44"/>
          <p:cNvSpPr txBox="1"/>
          <p:nvPr>
            <p:ph idx="15" type="subTitle"/>
          </p:nvPr>
        </p:nvSpPr>
        <p:spPr>
          <a:xfrm>
            <a:off x="5067075" y="1741025"/>
            <a:ext cx="3267600" cy="2886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None/>
            </a:pPr>
            <a:r>
              <a:rPr lang="en"/>
              <a:t>Tester</a:t>
            </a:r>
            <a:endParaRPr/>
          </a:p>
        </p:txBody>
      </p:sp>
      <p:sp>
        <p:nvSpPr>
          <p:cNvPr id="564" name="Google Shape;564;p44"/>
          <p:cNvSpPr txBox="1"/>
          <p:nvPr>
            <p:ph idx="16" type="subTitle"/>
          </p:nvPr>
        </p:nvSpPr>
        <p:spPr>
          <a:xfrm>
            <a:off x="5067075" y="2422306"/>
            <a:ext cx="3267600" cy="2886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None/>
            </a:pPr>
            <a:r>
              <a:rPr lang="en"/>
              <a:t>Development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45"/>
          <p:cNvSpPr/>
          <p:nvPr/>
        </p:nvSpPr>
        <p:spPr>
          <a:xfrm>
            <a:off x="6080700" y="228600"/>
            <a:ext cx="2835000" cy="2062800"/>
          </a:xfrm>
          <a:prstGeom prst="roundRect">
            <a:avLst>
              <a:gd fmla="val 1185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u="sng">
              <a:solidFill>
                <a:schemeClr val="dk1"/>
              </a:solidFill>
              <a:latin typeface="Urbanist"/>
              <a:ea typeface="Urbanist"/>
              <a:cs typeface="Urbanist"/>
              <a:sym typeface="Urbanist"/>
            </a:endParaRPr>
          </a:p>
        </p:txBody>
      </p:sp>
      <p:sp>
        <p:nvSpPr>
          <p:cNvPr id="570" name="Google Shape;570;p45"/>
          <p:cNvSpPr/>
          <p:nvPr/>
        </p:nvSpPr>
        <p:spPr>
          <a:xfrm>
            <a:off x="3154500" y="228600"/>
            <a:ext cx="2835000" cy="2062800"/>
          </a:xfrm>
          <a:prstGeom prst="roundRect">
            <a:avLst>
              <a:gd fmla="val 12302"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71" name="Google Shape;571;p45"/>
          <p:cNvSpPr/>
          <p:nvPr/>
        </p:nvSpPr>
        <p:spPr>
          <a:xfrm>
            <a:off x="3154500" y="2389841"/>
            <a:ext cx="2835000" cy="2062800"/>
          </a:xfrm>
          <a:prstGeom prst="roundRect">
            <a:avLst>
              <a:gd fmla="val 10875"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72" name="Google Shape;572;p45"/>
          <p:cNvSpPr txBox="1"/>
          <p:nvPr>
            <p:ph type="title"/>
          </p:nvPr>
        </p:nvSpPr>
        <p:spPr>
          <a:xfrm>
            <a:off x="233850" y="228600"/>
            <a:ext cx="2190000" cy="2286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a:latin typeface="Urbanist Medium"/>
                <a:ea typeface="Urbanist Medium"/>
                <a:cs typeface="Urbanist Medium"/>
                <a:sym typeface="Urbanist Medium"/>
              </a:rPr>
              <a:t>Components of Scrum</a:t>
            </a:r>
            <a:endParaRPr>
              <a:latin typeface="Urbanist Medium"/>
              <a:ea typeface="Urbanist Medium"/>
              <a:cs typeface="Urbanist Medium"/>
              <a:sym typeface="Urbanist Medium"/>
            </a:endParaRPr>
          </a:p>
          <a:p>
            <a:pPr indent="0" lvl="0" marL="0" rtl="0" algn="l">
              <a:spcBef>
                <a:spcPts val="0"/>
              </a:spcBef>
              <a:spcAft>
                <a:spcPts val="0"/>
              </a:spcAft>
              <a:buNone/>
            </a:pPr>
            <a:r>
              <a:t/>
            </a:r>
            <a:endParaRPr>
              <a:latin typeface="Urbanist Medium"/>
              <a:ea typeface="Urbanist Medium"/>
              <a:cs typeface="Urbanist Medium"/>
              <a:sym typeface="Urbanist Medium"/>
            </a:endParaRPr>
          </a:p>
        </p:txBody>
      </p:sp>
      <p:sp>
        <p:nvSpPr>
          <p:cNvPr id="573" name="Google Shape;573;p45"/>
          <p:cNvSpPr txBox="1"/>
          <p:nvPr>
            <p:ph idx="1" type="subTitle"/>
          </p:nvPr>
        </p:nvSpPr>
        <p:spPr>
          <a:xfrm>
            <a:off x="322200" y="4675975"/>
            <a:ext cx="2700000" cy="236400"/>
          </a:xfrm>
          <a:prstGeom prst="rect">
            <a:avLst/>
          </a:prstGeom>
        </p:spPr>
        <p:txBody>
          <a:bodyPr anchorCtr="0" anchor="b" bIns="0" lIns="0" spcFirstLastPara="1" rIns="0" wrap="square" tIns="0">
            <a:noAutofit/>
          </a:bodyPr>
          <a:lstStyle/>
          <a:p>
            <a:pPr indent="0" lvl="0" marL="0" rtl="0" algn="l">
              <a:spcBef>
                <a:spcPts val="0"/>
              </a:spcBef>
              <a:spcAft>
                <a:spcPts val="0"/>
              </a:spcAft>
              <a:buClr>
                <a:schemeClr val="dk1"/>
              </a:buClr>
              <a:buSzPts val="1100"/>
              <a:buNone/>
            </a:pPr>
            <a:r>
              <a:rPr lang="en"/>
              <a:t>ChadaTech</a:t>
            </a:r>
            <a:endParaRPr/>
          </a:p>
        </p:txBody>
      </p:sp>
      <p:sp>
        <p:nvSpPr>
          <p:cNvPr id="574" name="Google Shape;574;p45"/>
          <p:cNvSpPr txBox="1"/>
          <p:nvPr>
            <p:ph idx="2" type="subTitle"/>
          </p:nvPr>
        </p:nvSpPr>
        <p:spPr>
          <a:xfrm>
            <a:off x="4733440" y="4675975"/>
            <a:ext cx="22947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April</a:t>
            </a:r>
            <a:endParaRPr/>
          </a:p>
        </p:txBody>
      </p:sp>
      <p:sp>
        <p:nvSpPr>
          <p:cNvPr id="575" name="Google Shape;575;p45"/>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Clr>
                <a:schemeClr val="dk1"/>
              </a:buClr>
              <a:buSzPts val="1100"/>
              <a:buFont typeface="Arial"/>
              <a:buNone/>
            </a:pPr>
            <a:r>
              <a:rPr lang="en"/>
              <a:t>2026</a:t>
            </a:r>
            <a:endParaRPr/>
          </a:p>
        </p:txBody>
      </p:sp>
      <p:sp>
        <p:nvSpPr>
          <p:cNvPr id="576" name="Google Shape;576;p45"/>
          <p:cNvSpPr txBox="1"/>
          <p:nvPr>
            <p:ph idx="4" type="title"/>
          </p:nvPr>
        </p:nvSpPr>
        <p:spPr>
          <a:xfrm>
            <a:off x="3645900" y="310650"/>
            <a:ext cx="1758300" cy="293100"/>
          </a:xfrm>
          <a:prstGeom prst="rect">
            <a:avLst/>
          </a:prstGeom>
        </p:spPr>
        <p:txBody>
          <a:bodyPr anchorCtr="0" anchor="b" bIns="91425" lIns="0" spcFirstLastPara="1" rIns="91425" wrap="square" tIns="0">
            <a:noAutofit/>
          </a:bodyPr>
          <a:lstStyle/>
          <a:p>
            <a:pPr indent="0" lvl="0" marL="0" rtl="0" algn="l">
              <a:lnSpc>
                <a:spcPct val="85000"/>
              </a:lnSpc>
              <a:spcBef>
                <a:spcPts val="0"/>
              </a:spcBef>
              <a:spcAft>
                <a:spcPts val="0"/>
              </a:spcAft>
              <a:buNone/>
            </a:pPr>
            <a:r>
              <a:rPr lang="en"/>
              <a:t>Scrum </a:t>
            </a:r>
            <a:r>
              <a:rPr lang="en"/>
              <a:t>Master</a:t>
            </a:r>
            <a:endParaRPr/>
          </a:p>
        </p:txBody>
      </p:sp>
      <p:sp>
        <p:nvSpPr>
          <p:cNvPr id="577" name="Google Shape;577;p45"/>
          <p:cNvSpPr txBox="1"/>
          <p:nvPr>
            <p:ph idx="6" type="subTitle"/>
          </p:nvPr>
        </p:nvSpPr>
        <p:spPr>
          <a:xfrm>
            <a:off x="3349650" y="568800"/>
            <a:ext cx="2444700" cy="1382400"/>
          </a:xfrm>
          <a:prstGeom prst="rect">
            <a:avLst/>
          </a:prstGeom>
        </p:spPr>
        <p:txBody>
          <a:bodyPr anchorCtr="0" anchor="t" bIns="91425" lIns="0" spcFirstLastPara="1" rIns="91425" wrap="square" tIns="0">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lt1"/>
                </a:solidFill>
                <a:latin typeface="Urbanist"/>
                <a:ea typeface="Urbanist"/>
                <a:cs typeface="Urbanist"/>
                <a:sym typeface="Urbanist"/>
              </a:rPr>
              <a:t>Coaches teamin self-managed and cross-functionality.</a:t>
            </a:r>
            <a:endParaRPr>
              <a:solidFill>
                <a:schemeClr val="lt1"/>
              </a:solidFill>
              <a:latin typeface="Urbanist"/>
              <a:ea typeface="Urbanist"/>
              <a:cs typeface="Urbanist"/>
              <a:sym typeface="Urbanist"/>
            </a:endParaRPr>
          </a:p>
          <a:p>
            <a:pPr indent="0" lvl="0" marL="0" rtl="0" algn="l">
              <a:lnSpc>
                <a:spcPct val="115000"/>
              </a:lnSpc>
              <a:spcBef>
                <a:spcPts val="0"/>
              </a:spcBef>
              <a:spcAft>
                <a:spcPts val="0"/>
              </a:spcAft>
              <a:buClr>
                <a:schemeClr val="dk1"/>
              </a:buClr>
              <a:buSzPts val="1100"/>
              <a:buFont typeface="Arial"/>
              <a:buNone/>
            </a:pPr>
            <a:r>
              <a:rPr lang="en">
                <a:solidFill>
                  <a:schemeClr val="lt1"/>
                </a:solidFill>
                <a:latin typeface="Urbanist"/>
                <a:ea typeface="Urbanist"/>
                <a:cs typeface="Urbanist"/>
                <a:sym typeface="Urbanist"/>
              </a:rPr>
              <a:t>Creates</a:t>
            </a:r>
            <a:r>
              <a:rPr lang="en">
                <a:solidFill>
                  <a:schemeClr val="lt1"/>
                </a:solidFill>
                <a:latin typeface="Urbanist"/>
                <a:ea typeface="Urbanist"/>
                <a:cs typeface="Urbanist"/>
                <a:sym typeface="Urbanist"/>
              </a:rPr>
              <a:t> </a:t>
            </a:r>
            <a:r>
              <a:rPr lang="en">
                <a:solidFill>
                  <a:schemeClr val="lt1"/>
                </a:solidFill>
                <a:latin typeface="Urbanist"/>
                <a:ea typeface="Urbanist"/>
                <a:cs typeface="Urbanist"/>
                <a:sym typeface="Urbanist"/>
              </a:rPr>
              <a:t>measures</a:t>
            </a:r>
            <a:r>
              <a:rPr lang="en">
                <a:solidFill>
                  <a:schemeClr val="lt1"/>
                </a:solidFill>
                <a:latin typeface="Urbanist"/>
                <a:ea typeface="Urbanist"/>
                <a:cs typeface="Urbanist"/>
                <a:sym typeface="Urbanist"/>
              </a:rPr>
              <a:t> for definition of done</a:t>
            </a:r>
            <a:endParaRPr>
              <a:solidFill>
                <a:schemeClr val="lt1"/>
              </a:solidFill>
              <a:latin typeface="Urbanist"/>
              <a:ea typeface="Urbanist"/>
              <a:cs typeface="Urbanist"/>
              <a:sym typeface="Urbanist"/>
            </a:endParaRPr>
          </a:p>
          <a:p>
            <a:pPr indent="0" lvl="0" marL="0" rtl="0" algn="l">
              <a:lnSpc>
                <a:spcPct val="115000"/>
              </a:lnSpc>
              <a:spcBef>
                <a:spcPts val="0"/>
              </a:spcBef>
              <a:spcAft>
                <a:spcPts val="0"/>
              </a:spcAft>
              <a:buClr>
                <a:schemeClr val="dk1"/>
              </a:buClr>
              <a:buSzPts val="1100"/>
              <a:buFont typeface="Arial"/>
              <a:buNone/>
            </a:pPr>
            <a:r>
              <a:rPr lang="en">
                <a:solidFill>
                  <a:schemeClr val="lt1"/>
                </a:solidFill>
                <a:latin typeface="Urbanist"/>
                <a:ea typeface="Urbanist"/>
                <a:cs typeface="Urbanist"/>
                <a:sym typeface="Urbanist"/>
              </a:rPr>
              <a:t>Influences </a:t>
            </a:r>
            <a:r>
              <a:rPr lang="en">
                <a:solidFill>
                  <a:schemeClr val="lt1"/>
                </a:solidFill>
                <a:latin typeface="Urbanist"/>
                <a:ea typeface="Urbanist"/>
                <a:cs typeface="Urbanist"/>
                <a:sym typeface="Urbanist"/>
              </a:rPr>
              <a:t>removal</a:t>
            </a:r>
            <a:r>
              <a:rPr lang="en">
                <a:solidFill>
                  <a:schemeClr val="lt1"/>
                </a:solidFill>
                <a:latin typeface="Urbanist"/>
                <a:ea typeface="Urbanist"/>
                <a:cs typeface="Urbanist"/>
                <a:sym typeface="Urbanist"/>
              </a:rPr>
              <a:t> of </a:t>
            </a:r>
            <a:r>
              <a:rPr lang="en">
                <a:solidFill>
                  <a:schemeClr val="lt1"/>
                </a:solidFill>
                <a:latin typeface="Urbanist"/>
                <a:ea typeface="Urbanist"/>
                <a:cs typeface="Urbanist"/>
                <a:sym typeface="Urbanist"/>
              </a:rPr>
              <a:t>Implements</a:t>
            </a:r>
            <a:r>
              <a:rPr lang="en">
                <a:solidFill>
                  <a:schemeClr val="lt1"/>
                </a:solidFill>
                <a:latin typeface="Urbanist"/>
                <a:ea typeface="Urbanist"/>
                <a:cs typeface="Urbanist"/>
                <a:sym typeface="Urbanist"/>
              </a:rPr>
              <a:t> to the scrum team.</a:t>
            </a:r>
            <a:endParaRPr>
              <a:solidFill>
                <a:schemeClr val="lt1"/>
              </a:solidFill>
              <a:latin typeface="Urbanist"/>
              <a:ea typeface="Urbanist"/>
              <a:cs typeface="Urbanist"/>
              <a:sym typeface="Urbanist"/>
            </a:endParaRPr>
          </a:p>
          <a:p>
            <a:pPr indent="0" lvl="0" marL="0" rtl="0" algn="l">
              <a:lnSpc>
                <a:spcPct val="115000"/>
              </a:lnSpc>
              <a:spcBef>
                <a:spcPts val="0"/>
              </a:spcBef>
              <a:spcAft>
                <a:spcPts val="0"/>
              </a:spcAft>
              <a:buClr>
                <a:schemeClr val="dk1"/>
              </a:buClr>
              <a:buSzPts val="1100"/>
              <a:buFont typeface="Arial"/>
              <a:buNone/>
            </a:pPr>
            <a:r>
              <a:rPr lang="en">
                <a:solidFill>
                  <a:schemeClr val="lt1"/>
                </a:solidFill>
                <a:latin typeface="Urbanist"/>
                <a:ea typeface="Urbanist"/>
                <a:cs typeface="Urbanist"/>
                <a:sym typeface="Urbanist"/>
              </a:rPr>
              <a:t>Makes sure scrums stay within expected time box and are productive.</a:t>
            </a:r>
            <a:endParaRPr>
              <a:solidFill>
                <a:schemeClr val="lt1"/>
              </a:solidFill>
              <a:latin typeface="Urbanist"/>
              <a:ea typeface="Urbanist"/>
              <a:cs typeface="Urbanist"/>
              <a:sym typeface="Urbanist"/>
            </a:endParaRPr>
          </a:p>
          <a:p>
            <a:pPr indent="0" lvl="0" marL="0" rtl="0" algn="l">
              <a:lnSpc>
                <a:spcPct val="115000"/>
              </a:lnSpc>
              <a:spcBef>
                <a:spcPts val="0"/>
              </a:spcBef>
              <a:spcAft>
                <a:spcPts val="0"/>
              </a:spcAft>
              <a:buClr>
                <a:schemeClr val="dk1"/>
              </a:buClr>
              <a:buSzPts val="1100"/>
              <a:buFont typeface="Arial"/>
              <a:buNone/>
            </a:pPr>
            <a:r>
              <a:rPr lang="en">
                <a:solidFill>
                  <a:schemeClr val="lt1"/>
                </a:solidFill>
                <a:latin typeface="Urbanist"/>
                <a:ea typeface="Urbanist"/>
                <a:cs typeface="Urbanist"/>
                <a:sym typeface="Urbanist"/>
              </a:rPr>
              <a:t>Helps find </a:t>
            </a:r>
            <a:r>
              <a:rPr lang="en">
                <a:solidFill>
                  <a:schemeClr val="lt1"/>
                </a:solidFill>
                <a:latin typeface="Urbanist"/>
                <a:ea typeface="Urbanist"/>
                <a:cs typeface="Urbanist"/>
                <a:sym typeface="Urbanist"/>
              </a:rPr>
              <a:t>effective</a:t>
            </a:r>
            <a:r>
              <a:rPr lang="en">
                <a:solidFill>
                  <a:schemeClr val="lt1"/>
                </a:solidFill>
                <a:latin typeface="Urbanist"/>
                <a:ea typeface="Urbanist"/>
                <a:cs typeface="Urbanist"/>
                <a:sym typeface="Urbanist"/>
              </a:rPr>
              <a:t> techniques for </a:t>
            </a:r>
            <a:r>
              <a:rPr lang="en">
                <a:solidFill>
                  <a:schemeClr val="lt1"/>
                </a:solidFill>
                <a:latin typeface="Urbanist"/>
                <a:ea typeface="Urbanist"/>
                <a:cs typeface="Urbanist"/>
                <a:sym typeface="Urbanist"/>
              </a:rPr>
              <a:t>effective</a:t>
            </a:r>
            <a:r>
              <a:rPr lang="en">
                <a:solidFill>
                  <a:schemeClr val="lt1"/>
                </a:solidFill>
                <a:latin typeface="Urbanist"/>
                <a:ea typeface="Urbanist"/>
                <a:cs typeface="Urbanist"/>
                <a:sym typeface="Urbanist"/>
              </a:rPr>
              <a:t> product backlog.</a:t>
            </a:r>
            <a:endParaRPr>
              <a:solidFill>
                <a:schemeClr val="lt1"/>
              </a:solidFill>
              <a:latin typeface="Urbanist"/>
              <a:ea typeface="Urbanist"/>
              <a:cs typeface="Urbanist"/>
              <a:sym typeface="Urbanist"/>
            </a:endParaRPr>
          </a:p>
          <a:p>
            <a:pPr indent="0" lvl="0" marL="0" rtl="0" algn="l">
              <a:lnSpc>
                <a:spcPct val="115000"/>
              </a:lnSpc>
              <a:spcBef>
                <a:spcPts val="0"/>
              </a:spcBef>
              <a:spcAft>
                <a:spcPts val="0"/>
              </a:spcAft>
              <a:buClr>
                <a:schemeClr val="dk1"/>
              </a:buClr>
              <a:buSzPts val="1100"/>
              <a:buFont typeface="Arial"/>
              <a:buNone/>
            </a:pPr>
            <a:r>
              <a:rPr lang="en">
                <a:solidFill>
                  <a:schemeClr val="lt1"/>
                </a:solidFill>
                <a:latin typeface="Urbanist"/>
                <a:ea typeface="Urbanist"/>
                <a:cs typeface="Urbanist"/>
                <a:sym typeface="Urbanist"/>
              </a:rPr>
              <a:t>Helps with Scrum </a:t>
            </a:r>
            <a:r>
              <a:rPr lang="en">
                <a:solidFill>
                  <a:schemeClr val="lt1"/>
                </a:solidFill>
                <a:latin typeface="Urbanist"/>
                <a:ea typeface="Urbanist"/>
                <a:cs typeface="Urbanist"/>
                <a:sym typeface="Urbanist"/>
              </a:rPr>
              <a:t>Adoption</a:t>
            </a:r>
            <a:r>
              <a:rPr lang="en">
                <a:solidFill>
                  <a:schemeClr val="lt1"/>
                </a:solidFill>
                <a:latin typeface="Urbanist"/>
                <a:ea typeface="Urbanist"/>
                <a:cs typeface="Urbanist"/>
                <a:sym typeface="Urbanist"/>
              </a:rPr>
              <a:t>.</a:t>
            </a:r>
            <a:endParaRPr>
              <a:solidFill>
                <a:schemeClr val="lt1"/>
              </a:solidFill>
              <a:latin typeface="Urbanist"/>
              <a:ea typeface="Urbanist"/>
              <a:cs typeface="Urbanist"/>
              <a:sym typeface="Urbanist"/>
            </a:endParaRPr>
          </a:p>
          <a:p>
            <a:pPr indent="0" lvl="0" marL="0" rtl="0" algn="l">
              <a:lnSpc>
                <a:spcPct val="115000"/>
              </a:lnSpc>
              <a:spcBef>
                <a:spcPts val="0"/>
              </a:spcBef>
              <a:spcAft>
                <a:spcPts val="0"/>
              </a:spcAft>
              <a:buClr>
                <a:schemeClr val="dk1"/>
              </a:buClr>
              <a:buSzPts val="1100"/>
              <a:buFont typeface="Arial"/>
              <a:buNone/>
            </a:pPr>
            <a:r>
              <a:t/>
            </a:r>
            <a:endParaRPr>
              <a:solidFill>
                <a:schemeClr val="lt1"/>
              </a:solidFill>
              <a:latin typeface="Urbanist"/>
              <a:ea typeface="Urbanist"/>
              <a:cs typeface="Urbanist"/>
              <a:sym typeface="Urbanist"/>
            </a:endParaRPr>
          </a:p>
          <a:p>
            <a:pPr indent="0" lvl="0" marL="0" rtl="0" algn="l">
              <a:spcBef>
                <a:spcPts val="0"/>
              </a:spcBef>
              <a:spcAft>
                <a:spcPts val="0"/>
              </a:spcAft>
              <a:buNone/>
            </a:pPr>
            <a:r>
              <a:t/>
            </a:r>
            <a:endParaRPr>
              <a:solidFill>
                <a:schemeClr val="lt1"/>
              </a:solidFill>
              <a:latin typeface="Urbanist"/>
              <a:ea typeface="Urbanist"/>
              <a:cs typeface="Urbanist"/>
              <a:sym typeface="Urbanist"/>
            </a:endParaRPr>
          </a:p>
        </p:txBody>
      </p:sp>
      <p:sp>
        <p:nvSpPr>
          <p:cNvPr id="578" name="Google Shape;578;p45"/>
          <p:cNvSpPr txBox="1"/>
          <p:nvPr>
            <p:ph idx="7" type="title"/>
          </p:nvPr>
        </p:nvSpPr>
        <p:spPr>
          <a:xfrm>
            <a:off x="6489852" y="279300"/>
            <a:ext cx="1758300" cy="293100"/>
          </a:xfrm>
          <a:prstGeom prst="rect">
            <a:avLst/>
          </a:prstGeom>
        </p:spPr>
        <p:txBody>
          <a:bodyPr anchorCtr="0" anchor="b" bIns="91425" lIns="0" spcFirstLastPara="1" rIns="91425" wrap="square" tIns="0">
            <a:noAutofit/>
          </a:bodyPr>
          <a:lstStyle/>
          <a:p>
            <a:pPr indent="0" lvl="0" marL="0" rtl="0" algn="l">
              <a:lnSpc>
                <a:spcPct val="85000"/>
              </a:lnSpc>
              <a:spcBef>
                <a:spcPts val="0"/>
              </a:spcBef>
              <a:spcAft>
                <a:spcPts val="0"/>
              </a:spcAft>
              <a:buNone/>
            </a:pPr>
            <a:r>
              <a:rPr lang="en">
                <a:latin typeface="Urbanist Medium"/>
                <a:ea typeface="Urbanist Medium"/>
                <a:cs typeface="Urbanist Medium"/>
                <a:sym typeface="Urbanist Medium"/>
              </a:rPr>
              <a:t>Product Owner</a:t>
            </a:r>
            <a:endParaRPr>
              <a:latin typeface="Urbanist Medium"/>
              <a:ea typeface="Urbanist Medium"/>
              <a:cs typeface="Urbanist Medium"/>
              <a:sym typeface="Urbanist Medium"/>
            </a:endParaRPr>
          </a:p>
        </p:txBody>
      </p:sp>
      <p:sp>
        <p:nvSpPr>
          <p:cNvPr id="579" name="Google Shape;579;p45"/>
          <p:cNvSpPr txBox="1"/>
          <p:nvPr>
            <p:ph idx="9" type="subTitle"/>
          </p:nvPr>
        </p:nvSpPr>
        <p:spPr>
          <a:xfrm>
            <a:off x="6277825" y="572400"/>
            <a:ext cx="2484900" cy="15942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solidFill>
                  <a:schemeClr val="lt1"/>
                </a:solidFill>
                <a:latin typeface="Urbanist"/>
                <a:ea typeface="Urbanist"/>
                <a:cs typeface="Urbanist"/>
                <a:sym typeface="Urbanist"/>
              </a:rPr>
              <a:t>Develops the product goals</a:t>
            </a:r>
            <a:endParaRPr>
              <a:solidFill>
                <a:schemeClr val="lt1"/>
              </a:solidFill>
              <a:latin typeface="Urbanist"/>
              <a:ea typeface="Urbanist"/>
              <a:cs typeface="Urbanist"/>
              <a:sym typeface="Urbanist"/>
            </a:endParaRPr>
          </a:p>
          <a:p>
            <a:pPr indent="0" lvl="0" marL="0" rtl="0" algn="l">
              <a:spcBef>
                <a:spcPts val="0"/>
              </a:spcBef>
              <a:spcAft>
                <a:spcPts val="0"/>
              </a:spcAft>
              <a:buNone/>
            </a:pPr>
            <a:r>
              <a:rPr lang="en">
                <a:solidFill>
                  <a:schemeClr val="lt1"/>
                </a:solidFill>
                <a:latin typeface="Urbanist"/>
                <a:ea typeface="Urbanist"/>
                <a:cs typeface="Urbanist"/>
                <a:sym typeface="Urbanist"/>
              </a:rPr>
              <a:t>Creas and communicated the products backlog.</a:t>
            </a:r>
            <a:endParaRPr>
              <a:solidFill>
                <a:schemeClr val="lt1"/>
              </a:solidFill>
              <a:latin typeface="Urbanist"/>
              <a:ea typeface="Urbanist"/>
              <a:cs typeface="Urbanist"/>
              <a:sym typeface="Urbanist"/>
            </a:endParaRPr>
          </a:p>
          <a:p>
            <a:pPr indent="0" lvl="0" marL="0" rtl="0" algn="l">
              <a:spcBef>
                <a:spcPts val="0"/>
              </a:spcBef>
              <a:spcAft>
                <a:spcPts val="0"/>
              </a:spcAft>
              <a:buNone/>
            </a:pPr>
            <a:r>
              <a:rPr lang="en">
                <a:solidFill>
                  <a:schemeClr val="lt1"/>
                </a:solidFill>
                <a:latin typeface="Urbanist"/>
                <a:ea typeface="Urbanist"/>
                <a:cs typeface="Urbanist"/>
                <a:sym typeface="Urbanist"/>
              </a:rPr>
              <a:t>Orders the product backlog items</a:t>
            </a:r>
            <a:endParaRPr>
              <a:solidFill>
                <a:schemeClr val="lt1"/>
              </a:solidFill>
              <a:latin typeface="Urbanist"/>
              <a:ea typeface="Urbanist"/>
              <a:cs typeface="Urbanist"/>
              <a:sym typeface="Urbanist"/>
            </a:endParaRPr>
          </a:p>
          <a:p>
            <a:pPr indent="0" lvl="0" marL="0" rtl="0" algn="l">
              <a:spcBef>
                <a:spcPts val="0"/>
              </a:spcBef>
              <a:spcAft>
                <a:spcPts val="0"/>
              </a:spcAft>
              <a:buNone/>
            </a:pPr>
            <a:r>
              <a:rPr lang="en">
                <a:solidFill>
                  <a:schemeClr val="lt1"/>
                </a:solidFill>
                <a:latin typeface="Urbanist"/>
                <a:ea typeface="Urbanist"/>
                <a:cs typeface="Urbanist"/>
                <a:sym typeface="Urbanist"/>
              </a:rPr>
              <a:t>Ensures the product backlog is transparent and </a:t>
            </a:r>
            <a:r>
              <a:rPr lang="en">
                <a:solidFill>
                  <a:schemeClr val="lt1"/>
                </a:solidFill>
                <a:latin typeface="Urbanist"/>
                <a:ea typeface="Urbanist"/>
                <a:cs typeface="Urbanist"/>
                <a:sym typeface="Urbanist"/>
              </a:rPr>
              <a:t>visible</a:t>
            </a:r>
            <a:r>
              <a:rPr lang="en">
                <a:solidFill>
                  <a:schemeClr val="lt1"/>
                </a:solidFill>
                <a:latin typeface="Urbanist"/>
                <a:ea typeface="Urbanist"/>
                <a:cs typeface="Urbanist"/>
                <a:sym typeface="Urbanist"/>
              </a:rPr>
              <a:t>.</a:t>
            </a:r>
            <a:endParaRPr>
              <a:solidFill>
                <a:schemeClr val="lt1"/>
              </a:solidFill>
              <a:latin typeface="Urbanist"/>
              <a:ea typeface="Urbanist"/>
              <a:cs typeface="Urbanist"/>
              <a:sym typeface="Urbanist"/>
            </a:endParaRPr>
          </a:p>
          <a:p>
            <a:pPr indent="0" lvl="0" marL="0" rtl="0" algn="l">
              <a:spcBef>
                <a:spcPts val="0"/>
              </a:spcBef>
              <a:spcAft>
                <a:spcPts val="0"/>
              </a:spcAft>
              <a:buNone/>
            </a:pPr>
            <a:r>
              <a:rPr lang="en">
                <a:solidFill>
                  <a:schemeClr val="lt1"/>
                </a:solidFill>
                <a:latin typeface="Urbanist"/>
                <a:ea typeface="Urbanist"/>
                <a:cs typeface="Urbanist"/>
                <a:sym typeface="Urbanist"/>
              </a:rPr>
              <a:t>Helps explain the </a:t>
            </a:r>
            <a:r>
              <a:rPr lang="en">
                <a:solidFill>
                  <a:schemeClr val="lt1"/>
                </a:solidFill>
                <a:latin typeface="Urbanist"/>
                <a:ea typeface="Urbanist"/>
                <a:cs typeface="Urbanist"/>
                <a:sym typeface="Urbanist"/>
              </a:rPr>
              <a:t>customer's</a:t>
            </a:r>
            <a:r>
              <a:rPr lang="en">
                <a:solidFill>
                  <a:schemeClr val="lt1"/>
                </a:solidFill>
                <a:latin typeface="Urbanist"/>
                <a:ea typeface="Urbanist"/>
                <a:cs typeface="Urbanist"/>
                <a:sym typeface="Urbanist"/>
              </a:rPr>
              <a:t> point of view and process with designing the product.</a:t>
            </a:r>
            <a:endParaRPr>
              <a:solidFill>
                <a:schemeClr val="lt1"/>
              </a:solidFill>
              <a:latin typeface="Urbanist"/>
              <a:ea typeface="Urbanist"/>
              <a:cs typeface="Urbanist"/>
              <a:sym typeface="Urbanist"/>
            </a:endParaRPr>
          </a:p>
        </p:txBody>
      </p:sp>
      <p:sp>
        <p:nvSpPr>
          <p:cNvPr id="580" name="Google Shape;580;p45"/>
          <p:cNvSpPr txBox="1"/>
          <p:nvPr>
            <p:ph idx="16" type="title"/>
          </p:nvPr>
        </p:nvSpPr>
        <p:spPr>
          <a:xfrm>
            <a:off x="3668100" y="2493312"/>
            <a:ext cx="1807800" cy="293100"/>
          </a:xfrm>
          <a:prstGeom prst="rect">
            <a:avLst/>
          </a:prstGeom>
        </p:spPr>
        <p:txBody>
          <a:bodyPr anchorCtr="0" anchor="b" bIns="91425" lIns="0" spcFirstLastPara="1" rIns="91425" wrap="square" tIns="0">
            <a:noAutofit/>
          </a:bodyPr>
          <a:lstStyle/>
          <a:p>
            <a:pPr indent="0" lvl="0" marL="0" rtl="0" algn="l">
              <a:lnSpc>
                <a:spcPct val="85000"/>
              </a:lnSpc>
              <a:spcBef>
                <a:spcPts val="0"/>
              </a:spcBef>
              <a:spcAft>
                <a:spcPts val="0"/>
              </a:spcAft>
              <a:buNone/>
            </a:pPr>
            <a:r>
              <a:rPr lang="en">
                <a:latin typeface="Urbanist Medium"/>
                <a:ea typeface="Urbanist Medium"/>
                <a:cs typeface="Urbanist Medium"/>
                <a:sym typeface="Urbanist Medium"/>
              </a:rPr>
              <a:t>Scrum Team</a:t>
            </a:r>
            <a:endParaRPr>
              <a:latin typeface="Urbanist Medium"/>
              <a:ea typeface="Urbanist Medium"/>
              <a:cs typeface="Urbanist Medium"/>
              <a:sym typeface="Urbanist Medium"/>
            </a:endParaRPr>
          </a:p>
        </p:txBody>
      </p:sp>
      <p:sp>
        <p:nvSpPr>
          <p:cNvPr id="581" name="Google Shape;581;p45"/>
          <p:cNvSpPr txBox="1"/>
          <p:nvPr>
            <p:ph idx="18" type="subTitle"/>
          </p:nvPr>
        </p:nvSpPr>
        <p:spPr>
          <a:xfrm>
            <a:off x="3379125" y="2737249"/>
            <a:ext cx="2444700" cy="15942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solidFill>
                  <a:schemeClr val="lt1"/>
                </a:solidFill>
                <a:latin typeface="Urbanist"/>
                <a:ea typeface="Urbanist"/>
                <a:cs typeface="Urbanist"/>
                <a:sym typeface="Urbanist"/>
              </a:rPr>
              <a:t>Develops the product</a:t>
            </a:r>
            <a:endParaRPr>
              <a:solidFill>
                <a:schemeClr val="lt1"/>
              </a:solidFill>
              <a:latin typeface="Urbanist"/>
              <a:ea typeface="Urbanist"/>
              <a:cs typeface="Urbanist"/>
              <a:sym typeface="Urbanist"/>
            </a:endParaRPr>
          </a:p>
          <a:p>
            <a:pPr indent="0" lvl="0" marL="0" rtl="0" algn="l">
              <a:spcBef>
                <a:spcPts val="0"/>
              </a:spcBef>
              <a:spcAft>
                <a:spcPts val="0"/>
              </a:spcAft>
              <a:buNone/>
            </a:pPr>
            <a:r>
              <a:rPr lang="en">
                <a:solidFill>
                  <a:schemeClr val="lt1"/>
                </a:solidFill>
                <a:latin typeface="Urbanist"/>
                <a:ea typeface="Urbanist"/>
                <a:cs typeface="Urbanist"/>
                <a:sym typeface="Urbanist"/>
              </a:rPr>
              <a:t>Fills in the jira tickets for responses</a:t>
            </a:r>
            <a:endParaRPr>
              <a:solidFill>
                <a:schemeClr val="lt1"/>
              </a:solidFill>
              <a:latin typeface="Urbanist"/>
              <a:ea typeface="Urbanist"/>
              <a:cs typeface="Urbanist"/>
              <a:sym typeface="Urbanist"/>
            </a:endParaRPr>
          </a:p>
          <a:p>
            <a:pPr indent="0" lvl="0" marL="0" rtl="0" algn="l">
              <a:spcBef>
                <a:spcPts val="0"/>
              </a:spcBef>
              <a:spcAft>
                <a:spcPts val="0"/>
              </a:spcAft>
              <a:buNone/>
            </a:pPr>
            <a:r>
              <a:rPr lang="en">
                <a:solidFill>
                  <a:schemeClr val="lt1"/>
                </a:solidFill>
                <a:latin typeface="Urbanist"/>
                <a:ea typeface="Urbanist"/>
                <a:cs typeface="Urbanist"/>
                <a:sym typeface="Urbanist"/>
              </a:rPr>
              <a:t>Created the product documentation</a:t>
            </a:r>
            <a:endParaRPr>
              <a:solidFill>
                <a:schemeClr val="lt1"/>
              </a:solidFill>
              <a:latin typeface="Urbanist"/>
              <a:ea typeface="Urbanist"/>
              <a:cs typeface="Urbanist"/>
              <a:sym typeface="Urbanist"/>
            </a:endParaRPr>
          </a:p>
          <a:p>
            <a:pPr indent="0" lvl="0" marL="0" rtl="0" algn="l">
              <a:spcBef>
                <a:spcPts val="0"/>
              </a:spcBef>
              <a:spcAft>
                <a:spcPts val="0"/>
              </a:spcAft>
              <a:buNone/>
            </a:pPr>
            <a:r>
              <a:rPr lang="en">
                <a:solidFill>
                  <a:schemeClr val="lt1"/>
                </a:solidFill>
                <a:latin typeface="Urbanist"/>
                <a:ea typeface="Urbanist"/>
                <a:cs typeface="Urbanist"/>
                <a:sym typeface="Urbanist"/>
              </a:rPr>
              <a:t>Investigates bugs from the testers.</a:t>
            </a:r>
            <a:endParaRPr>
              <a:solidFill>
                <a:schemeClr val="lt1"/>
              </a:solidFill>
              <a:latin typeface="Urbanist"/>
              <a:ea typeface="Urbanist"/>
              <a:cs typeface="Urbanist"/>
              <a:sym typeface="Urbanist"/>
            </a:endParaRPr>
          </a:p>
          <a:p>
            <a:pPr indent="0" lvl="0" marL="0" rtl="0" algn="l">
              <a:spcBef>
                <a:spcPts val="0"/>
              </a:spcBef>
              <a:spcAft>
                <a:spcPts val="0"/>
              </a:spcAft>
              <a:buNone/>
            </a:pPr>
            <a:r>
              <a:rPr lang="en">
                <a:solidFill>
                  <a:schemeClr val="lt1"/>
                </a:solidFill>
                <a:latin typeface="Urbanist"/>
                <a:ea typeface="Urbanist"/>
                <a:cs typeface="Urbanist"/>
                <a:sym typeface="Urbanist"/>
              </a:rPr>
              <a:t>Tests the product to clean out bugs.</a:t>
            </a:r>
            <a:endParaRPr>
              <a:solidFill>
                <a:schemeClr val="lt1"/>
              </a:solidFill>
              <a:latin typeface="Urbanist"/>
              <a:ea typeface="Urbanist"/>
              <a:cs typeface="Urbanist"/>
              <a:sym typeface="Urbanis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46"/>
          <p:cNvSpPr txBox="1"/>
          <p:nvPr>
            <p:ph type="title"/>
          </p:nvPr>
        </p:nvSpPr>
        <p:spPr>
          <a:xfrm>
            <a:off x="4591800" y="304700"/>
            <a:ext cx="3861900" cy="1920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400"/>
              <a:t>Explaining Agile Phases</a:t>
            </a:r>
            <a:endParaRPr sz="1400"/>
          </a:p>
          <a:p>
            <a:pPr indent="0" lvl="0" marL="0" rtl="0" algn="l">
              <a:spcBef>
                <a:spcPts val="0"/>
              </a:spcBef>
              <a:spcAft>
                <a:spcPts val="0"/>
              </a:spcAft>
              <a:buNone/>
            </a:pPr>
            <a:r>
              <a:t/>
            </a:r>
            <a:endParaRPr sz="1400"/>
          </a:p>
        </p:txBody>
      </p:sp>
      <p:pic>
        <p:nvPicPr>
          <p:cNvPr descr="A rugged brown and white texture, like hundreds of tiny threads." id="587" name="Google Shape;587;p46"/>
          <p:cNvPicPr preferRelativeResize="0"/>
          <p:nvPr>
            <p:ph idx="2" type="pic"/>
          </p:nvPr>
        </p:nvPicPr>
        <p:blipFill rotWithShape="1">
          <a:blip r:embed="rId3">
            <a:alphaModFix/>
          </a:blip>
          <a:srcRect b="0" l="18490" r="18490" t="0"/>
          <a:stretch/>
        </p:blipFill>
        <p:spPr>
          <a:xfrm>
            <a:off x="246150" y="237650"/>
            <a:ext cx="4196398" cy="4438199"/>
          </a:xfrm>
          <a:prstGeom prst="rect">
            <a:avLst/>
          </a:prstGeom>
        </p:spPr>
      </p:pic>
      <p:sp>
        <p:nvSpPr>
          <p:cNvPr id="588" name="Google Shape;588;p46"/>
          <p:cNvSpPr txBox="1"/>
          <p:nvPr>
            <p:ph idx="1" type="body"/>
          </p:nvPr>
        </p:nvSpPr>
        <p:spPr>
          <a:xfrm>
            <a:off x="4618950" y="1636400"/>
            <a:ext cx="4290000" cy="1348800"/>
          </a:xfrm>
          <a:prstGeom prst="rect">
            <a:avLst/>
          </a:prstGeom>
        </p:spPr>
        <p:txBody>
          <a:bodyPr anchorCtr="0" anchor="b" bIns="91425" lIns="0" spcFirstLastPara="1" rIns="91425" wrap="square" tIns="0">
            <a:noAutofit/>
          </a:bodyPr>
          <a:lstStyle/>
          <a:p>
            <a:pPr indent="-304800" lvl="0" marL="457200" rtl="0" algn="l">
              <a:spcBef>
                <a:spcPts val="0"/>
              </a:spcBef>
              <a:spcAft>
                <a:spcPts val="0"/>
              </a:spcAft>
              <a:buSzPts val="1200"/>
              <a:buChar char="●"/>
            </a:pPr>
            <a:r>
              <a:rPr lang="en"/>
              <a:t>Create ideas with the entire team, product owner, </a:t>
            </a:r>
            <a:endParaRPr/>
          </a:p>
          <a:p>
            <a:pPr indent="-304800" lvl="0" marL="457200" rtl="0" algn="l">
              <a:spcBef>
                <a:spcPts val="0"/>
              </a:spcBef>
              <a:spcAft>
                <a:spcPts val="0"/>
              </a:spcAft>
              <a:buSzPts val="1200"/>
              <a:buChar char="●"/>
            </a:pPr>
            <a:r>
              <a:rPr lang="en"/>
              <a:t>Scrum </a:t>
            </a:r>
            <a:r>
              <a:rPr lang="en"/>
              <a:t>master</a:t>
            </a:r>
            <a:r>
              <a:rPr lang="en"/>
              <a:t> and testers.  </a:t>
            </a:r>
            <a:endParaRPr/>
          </a:p>
          <a:p>
            <a:pPr indent="-304800" lvl="0" marL="457200" rtl="0" algn="l">
              <a:spcBef>
                <a:spcPts val="0"/>
              </a:spcBef>
              <a:spcAft>
                <a:spcPts val="0"/>
              </a:spcAft>
              <a:buSzPts val="1200"/>
              <a:buChar char="●"/>
            </a:pPr>
            <a:r>
              <a:rPr lang="en"/>
              <a:t>Building high level </a:t>
            </a:r>
            <a:r>
              <a:rPr lang="en"/>
              <a:t>success</a:t>
            </a:r>
            <a:r>
              <a:rPr lang="en"/>
              <a:t> </a:t>
            </a:r>
            <a:r>
              <a:rPr lang="en"/>
              <a:t>criteria</a:t>
            </a:r>
            <a:r>
              <a:rPr lang="en"/>
              <a:t>.  </a:t>
            </a:r>
            <a:endParaRPr/>
          </a:p>
          <a:p>
            <a:pPr indent="-304800" lvl="0" marL="457200" rtl="0" algn="l">
              <a:spcBef>
                <a:spcPts val="0"/>
              </a:spcBef>
              <a:spcAft>
                <a:spcPts val="0"/>
              </a:spcAft>
              <a:buSzPts val="1200"/>
              <a:buChar char="●"/>
            </a:pPr>
            <a:r>
              <a:rPr lang="en"/>
              <a:t>Not a full specification, but </a:t>
            </a:r>
            <a:r>
              <a:rPr lang="en"/>
              <a:t>instead</a:t>
            </a:r>
            <a:r>
              <a:rPr lang="en"/>
              <a:t> a lightweight charter.  </a:t>
            </a:r>
            <a:endParaRPr/>
          </a:p>
          <a:p>
            <a:pPr indent="-304800" lvl="0" marL="457200" rtl="0" algn="l">
              <a:spcBef>
                <a:spcPts val="0"/>
              </a:spcBef>
              <a:spcAft>
                <a:spcPts val="0"/>
              </a:spcAft>
              <a:buSzPts val="1200"/>
              <a:buChar char="●"/>
            </a:pPr>
            <a:r>
              <a:rPr lang="en"/>
              <a:t>Project charter, </a:t>
            </a:r>
            <a:r>
              <a:rPr lang="en"/>
              <a:t>initial</a:t>
            </a:r>
            <a:r>
              <a:rPr lang="en"/>
              <a:t> KPI’s, feasibility </a:t>
            </a:r>
            <a:r>
              <a:rPr lang="en"/>
              <a:t>assessment</a:t>
            </a:r>
            <a:r>
              <a:rPr lang="en"/>
              <a:t>, go/no-go decision.</a:t>
            </a:r>
            <a:endParaRPr/>
          </a:p>
          <a:p>
            <a:pPr indent="-304800" lvl="0" marL="457200" rtl="0" algn="l">
              <a:spcBef>
                <a:spcPts val="0"/>
              </a:spcBef>
              <a:spcAft>
                <a:spcPts val="0"/>
              </a:spcAft>
              <a:buSzPts val="1200"/>
              <a:buChar char="●"/>
            </a:pPr>
            <a:r>
              <a:rPr lang="en"/>
              <a:t>Keep initial </a:t>
            </a:r>
            <a:r>
              <a:rPr lang="en"/>
              <a:t>requirements</a:t>
            </a:r>
            <a:r>
              <a:rPr lang="en"/>
              <a:t> minimal.</a:t>
            </a:r>
            <a:endParaRPr/>
          </a:p>
        </p:txBody>
      </p:sp>
      <p:sp>
        <p:nvSpPr>
          <p:cNvPr id="589" name="Google Shape;589;p46"/>
          <p:cNvSpPr txBox="1"/>
          <p:nvPr>
            <p:ph idx="3" type="title"/>
          </p:nvPr>
        </p:nvSpPr>
        <p:spPr>
          <a:xfrm>
            <a:off x="4602400" y="579750"/>
            <a:ext cx="4235400" cy="11160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Concept</a:t>
            </a:r>
            <a:endParaRPr/>
          </a:p>
        </p:txBody>
      </p:sp>
      <p:sp>
        <p:nvSpPr>
          <p:cNvPr id="590" name="Google Shape;590;p46"/>
          <p:cNvSpPr txBox="1"/>
          <p:nvPr>
            <p:ph idx="4" type="subTitle"/>
          </p:nvPr>
        </p:nvSpPr>
        <p:spPr>
          <a:xfrm>
            <a:off x="320625" y="4675975"/>
            <a:ext cx="2700000" cy="236400"/>
          </a:xfrm>
          <a:prstGeom prst="rect">
            <a:avLst/>
          </a:prstGeom>
        </p:spPr>
        <p:txBody>
          <a:bodyPr anchorCtr="0" anchor="b" bIns="0" lIns="0" spcFirstLastPara="1" rIns="0" wrap="square" tIns="0">
            <a:noAutofit/>
          </a:bodyPr>
          <a:lstStyle/>
          <a:p>
            <a:pPr indent="0" lvl="0" marL="0" rtl="0" algn="l">
              <a:spcBef>
                <a:spcPts val="0"/>
              </a:spcBef>
              <a:spcAft>
                <a:spcPts val="0"/>
              </a:spcAft>
              <a:buClr>
                <a:schemeClr val="dk1"/>
              </a:buClr>
              <a:buSzPts val="1100"/>
              <a:buNone/>
            </a:pPr>
            <a:r>
              <a:rPr lang="en"/>
              <a:t>ChadaTech</a:t>
            </a:r>
            <a:endParaRPr/>
          </a:p>
        </p:txBody>
      </p:sp>
      <p:sp>
        <p:nvSpPr>
          <p:cNvPr id="591" name="Google Shape;591;p46"/>
          <p:cNvSpPr txBox="1"/>
          <p:nvPr>
            <p:ph idx="5" type="subTitle"/>
          </p:nvPr>
        </p:nvSpPr>
        <p:spPr>
          <a:xfrm>
            <a:off x="4716740" y="4675975"/>
            <a:ext cx="22947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April</a:t>
            </a:r>
            <a:endParaRPr/>
          </a:p>
        </p:txBody>
      </p:sp>
      <p:sp>
        <p:nvSpPr>
          <p:cNvPr id="592" name="Google Shape;592;p46"/>
          <p:cNvSpPr txBox="1"/>
          <p:nvPr>
            <p:ph idx="6"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rPr lang="en"/>
              <a:t>2026</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47"/>
          <p:cNvSpPr txBox="1"/>
          <p:nvPr>
            <p:ph type="title"/>
          </p:nvPr>
        </p:nvSpPr>
        <p:spPr>
          <a:xfrm>
            <a:off x="4591800" y="304700"/>
            <a:ext cx="3861900" cy="1920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400"/>
              <a:t>Explaining Agile Phases</a:t>
            </a:r>
            <a:endParaRPr sz="1400"/>
          </a:p>
          <a:p>
            <a:pPr indent="0" lvl="0" marL="0" rtl="0" algn="l">
              <a:spcBef>
                <a:spcPts val="0"/>
              </a:spcBef>
              <a:spcAft>
                <a:spcPts val="0"/>
              </a:spcAft>
              <a:buNone/>
            </a:pPr>
            <a:r>
              <a:t/>
            </a:r>
            <a:endParaRPr sz="1400"/>
          </a:p>
        </p:txBody>
      </p:sp>
      <p:pic>
        <p:nvPicPr>
          <p:cNvPr id="598" name="Google Shape;598;p47"/>
          <p:cNvPicPr preferRelativeResize="0"/>
          <p:nvPr>
            <p:ph idx="2" type="pic"/>
          </p:nvPr>
        </p:nvPicPr>
        <p:blipFill rotWithShape="1">
          <a:blip r:embed="rId3">
            <a:alphaModFix/>
          </a:blip>
          <a:srcRect b="0" l="15571" r="15564" t="0"/>
          <a:stretch/>
        </p:blipFill>
        <p:spPr>
          <a:xfrm>
            <a:off x="246150" y="237650"/>
            <a:ext cx="4194029" cy="4438198"/>
          </a:xfrm>
          <a:prstGeom prst="rect">
            <a:avLst/>
          </a:prstGeom>
        </p:spPr>
      </p:pic>
      <p:sp>
        <p:nvSpPr>
          <p:cNvPr id="599" name="Google Shape;599;p47"/>
          <p:cNvSpPr txBox="1"/>
          <p:nvPr>
            <p:ph idx="1" type="body"/>
          </p:nvPr>
        </p:nvSpPr>
        <p:spPr>
          <a:xfrm>
            <a:off x="4618950" y="1636400"/>
            <a:ext cx="4290000" cy="2231400"/>
          </a:xfrm>
          <a:prstGeom prst="rect">
            <a:avLst/>
          </a:prstGeom>
        </p:spPr>
        <p:txBody>
          <a:bodyPr anchorCtr="0" anchor="b" bIns="91425" lIns="0" spcFirstLastPara="1" rIns="91425" wrap="square" tIns="0">
            <a:noAutofit/>
          </a:bodyPr>
          <a:lstStyle/>
          <a:p>
            <a:pPr indent="-304800" lvl="0" marL="457200" rtl="0" algn="l">
              <a:spcBef>
                <a:spcPts val="0"/>
              </a:spcBef>
              <a:spcAft>
                <a:spcPts val="0"/>
              </a:spcAft>
              <a:buSzPts val="1200"/>
              <a:buChar char="●"/>
            </a:pPr>
            <a:r>
              <a:rPr lang="en"/>
              <a:t>Create a plan from the concept.</a:t>
            </a:r>
            <a:endParaRPr/>
          </a:p>
          <a:p>
            <a:pPr indent="-304800" lvl="0" marL="457200" rtl="0" algn="l">
              <a:spcBef>
                <a:spcPts val="0"/>
              </a:spcBef>
              <a:spcAft>
                <a:spcPts val="0"/>
              </a:spcAft>
              <a:buSzPts val="1200"/>
              <a:buChar char="●"/>
            </a:pPr>
            <a:r>
              <a:rPr lang="en"/>
              <a:t>building a team that comes together.  </a:t>
            </a:r>
            <a:endParaRPr/>
          </a:p>
          <a:p>
            <a:pPr indent="-304800" lvl="0" marL="457200" rtl="0" algn="l">
              <a:spcBef>
                <a:spcPts val="0"/>
              </a:spcBef>
              <a:spcAft>
                <a:spcPts val="0"/>
              </a:spcAft>
              <a:buSzPts val="1200"/>
              <a:buChar char="●"/>
            </a:pPr>
            <a:r>
              <a:rPr lang="en"/>
              <a:t>Identifying skill gaps, </a:t>
            </a:r>
            <a:endParaRPr/>
          </a:p>
          <a:p>
            <a:pPr indent="-304800" lvl="0" marL="457200" rtl="0" algn="l">
              <a:spcBef>
                <a:spcPts val="0"/>
              </a:spcBef>
              <a:spcAft>
                <a:spcPts val="0"/>
              </a:spcAft>
              <a:buSzPts val="1200"/>
              <a:buChar char="●"/>
            </a:pPr>
            <a:r>
              <a:rPr lang="en"/>
              <a:t>Making sure to brainstorm with stakeholders.  </a:t>
            </a:r>
            <a:endParaRPr/>
          </a:p>
          <a:p>
            <a:pPr indent="-304800" lvl="0" marL="457200" rtl="0" algn="l">
              <a:spcBef>
                <a:spcPts val="0"/>
              </a:spcBef>
              <a:spcAft>
                <a:spcPts val="0"/>
              </a:spcAft>
              <a:buSzPts val="1200"/>
              <a:buChar char="●"/>
            </a:pPr>
            <a:r>
              <a:rPr lang="en"/>
              <a:t>Review ambiguities before development begins</a:t>
            </a:r>
            <a:endParaRPr/>
          </a:p>
          <a:p>
            <a:pPr indent="-304800" lvl="0" marL="457200" rtl="0" algn="l">
              <a:spcBef>
                <a:spcPts val="0"/>
              </a:spcBef>
              <a:spcAft>
                <a:spcPts val="0"/>
              </a:spcAft>
              <a:buSzPts val="1200"/>
              <a:buChar char="●"/>
            </a:pPr>
            <a:r>
              <a:rPr lang="en"/>
              <a:t>Assemble team, </a:t>
            </a:r>
            <a:endParaRPr/>
          </a:p>
          <a:p>
            <a:pPr indent="-304800" lvl="0" marL="457200" rtl="0" algn="l">
              <a:spcBef>
                <a:spcPts val="0"/>
              </a:spcBef>
              <a:spcAft>
                <a:spcPts val="0"/>
              </a:spcAft>
              <a:buSzPts val="1200"/>
              <a:buChar char="●"/>
            </a:pPr>
            <a:r>
              <a:rPr lang="en"/>
              <a:t>initial Backlog, </a:t>
            </a:r>
            <a:endParaRPr/>
          </a:p>
          <a:p>
            <a:pPr indent="-304800" lvl="0" marL="457200" rtl="0" algn="l">
              <a:spcBef>
                <a:spcPts val="0"/>
              </a:spcBef>
              <a:spcAft>
                <a:spcPts val="0"/>
              </a:spcAft>
              <a:buSzPts val="1200"/>
              <a:buChar char="●"/>
            </a:pPr>
            <a:r>
              <a:rPr lang="en"/>
              <a:t>user stories, </a:t>
            </a:r>
            <a:endParaRPr/>
          </a:p>
          <a:p>
            <a:pPr indent="-304800" lvl="0" marL="457200" rtl="0" algn="l">
              <a:spcBef>
                <a:spcPts val="0"/>
              </a:spcBef>
              <a:spcAft>
                <a:spcPts val="0"/>
              </a:spcAft>
              <a:buSzPts val="1200"/>
              <a:buChar char="●"/>
            </a:pPr>
            <a:r>
              <a:rPr lang="en"/>
              <a:t>design mockup, </a:t>
            </a:r>
            <a:endParaRPr/>
          </a:p>
          <a:p>
            <a:pPr indent="-304800" lvl="0" marL="457200" rtl="0" algn="l">
              <a:spcBef>
                <a:spcPts val="0"/>
              </a:spcBef>
              <a:spcAft>
                <a:spcPts val="0"/>
              </a:spcAft>
              <a:buSzPts val="1200"/>
              <a:buChar char="●"/>
            </a:pPr>
            <a:r>
              <a:rPr lang="en"/>
              <a:t>sprint zero setup.</a:t>
            </a:r>
            <a:endParaRPr/>
          </a:p>
          <a:p>
            <a:pPr indent="0" lvl="0" marL="0" rtl="0" algn="l">
              <a:spcBef>
                <a:spcPts val="0"/>
              </a:spcBef>
              <a:spcAft>
                <a:spcPts val="0"/>
              </a:spcAft>
              <a:buNone/>
            </a:pPr>
            <a:r>
              <a:t/>
            </a:r>
            <a:endParaRPr/>
          </a:p>
        </p:txBody>
      </p:sp>
      <p:sp>
        <p:nvSpPr>
          <p:cNvPr id="600" name="Google Shape;600;p47"/>
          <p:cNvSpPr txBox="1"/>
          <p:nvPr>
            <p:ph idx="3" type="title"/>
          </p:nvPr>
        </p:nvSpPr>
        <p:spPr>
          <a:xfrm>
            <a:off x="4602400" y="579750"/>
            <a:ext cx="4235400" cy="11160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Inception</a:t>
            </a:r>
            <a:endParaRPr/>
          </a:p>
        </p:txBody>
      </p:sp>
      <p:sp>
        <p:nvSpPr>
          <p:cNvPr id="601" name="Google Shape;601;p47"/>
          <p:cNvSpPr txBox="1"/>
          <p:nvPr>
            <p:ph idx="4" type="subTitle"/>
          </p:nvPr>
        </p:nvSpPr>
        <p:spPr>
          <a:xfrm>
            <a:off x="320625" y="4675975"/>
            <a:ext cx="2700000" cy="236400"/>
          </a:xfrm>
          <a:prstGeom prst="rect">
            <a:avLst/>
          </a:prstGeom>
        </p:spPr>
        <p:txBody>
          <a:bodyPr anchorCtr="0" anchor="b" bIns="0" lIns="0" spcFirstLastPara="1" rIns="0" wrap="square" tIns="0">
            <a:noAutofit/>
          </a:bodyPr>
          <a:lstStyle/>
          <a:p>
            <a:pPr indent="0" lvl="0" marL="0" rtl="0" algn="l">
              <a:spcBef>
                <a:spcPts val="0"/>
              </a:spcBef>
              <a:spcAft>
                <a:spcPts val="0"/>
              </a:spcAft>
              <a:buClr>
                <a:schemeClr val="dk1"/>
              </a:buClr>
              <a:buSzPts val="1100"/>
              <a:buNone/>
            </a:pPr>
            <a:r>
              <a:rPr lang="en"/>
              <a:t>ChadaTech</a:t>
            </a:r>
            <a:endParaRPr/>
          </a:p>
        </p:txBody>
      </p:sp>
      <p:sp>
        <p:nvSpPr>
          <p:cNvPr id="602" name="Google Shape;602;p47"/>
          <p:cNvSpPr txBox="1"/>
          <p:nvPr>
            <p:ph idx="5" type="subTitle"/>
          </p:nvPr>
        </p:nvSpPr>
        <p:spPr>
          <a:xfrm>
            <a:off x="4716740" y="4675975"/>
            <a:ext cx="22947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April</a:t>
            </a:r>
            <a:endParaRPr/>
          </a:p>
        </p:txBody>
      </p:sp>
      <p:sp>
        <p:nvSpPr>
          <p:cNvPr id="603" name="Google Shape;603;p47"/>
          <p:cNvSpPr txBox="1"/>
          <p:nvPr>
            <p:ph idx="6"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rPr lang="en"/>
              <a:t>2026</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48"/>
          <p:cNvSpPr txBox="1"/>
          <p:nvPr>
            <p:ph type="title"/>
          </p:nvPr>
        </p:nvSpPr>
        <p:spPr>
          <a:xfrm>
            <a:off x="4591800" y="304700"/>
            <a:ext cx="3861900" cy="1920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400"/>
              <a:t>Explaining Agile Phases</a:t>
            </a:r>
            <a:endParaRPr sz="1400"/>
          </a:p>
          <a:p>
            <a:pPr indent="0" lvl="0" marL="0" rtl="0" algn="l">
              <a:spcBef>
                <a:spcPts val="0"/>
              </a:spcBef>
              <a:spcAft>
                <a:spcPts val="0"/>
              </a:spcAft>
              <a:buNone/>
            </a:pPr>
            <a:r>
              <a:t/>
            </a:r>
            <a:endParaRPr sz="1400"/>
          </a:p>
        </p:txBody>
      </p:sp>
      <p:pic>
        <p:nvPicPr>
          <p:cNvPr id="609" name="Google Shape;609;p48"/>
          <p:cNvPicPr preferRelativeResize="0"/>
          <p:nvPr>
            <p:ph idx="2" type="pic"/>
          </p:nvPr>
        </p:nvPicPr>
        <p:blipFill rotWithShape="1">
          <a:blip r:embed="rId3">
            <a:alphaModFix/>
          </a:blip>
          <a:srcRect b="0" l="19345" r="19339" t="0"/>
          <a:stretch/>
        </p:blipFill>
        <p:spPr>
          <a:xfrm>
            <a:off x="246150" y="237650"/>
            <a:ext cx="4197858" cy="4438198"/>
          </a:xfrm>
          <a:prstGeom prst="rect">
            <a:avLst/>
          </a:prstGeom>
        </p:spPr>
      </p:pic>
      <p:sp>
        <p:nvSpPr>
          <p:cNvPr id="610" name="Google Shape;610;p48"/>
          <p:cNvSpPr txBox="1"/>
          <p:nvPr>
            <p:ph idx="1" type="body"/>
          </p:nvPr>
        </p:nvSpPr>
        <p:spPr>
          <a:xfrm>
            <a:off x="4618950" y="1636400"/>
            <a:ext cx="4290000" cy="2925600"/>
          </a:xfrm>
          <a:prstGeom prst="rect">
            <a:avLst/>
          </a:prstGeom>
        </p:spPr>
        <p:txBody>
          <a:bodyPr anchorCtr="0" anchor="b" bIns="91425" lIns="0" spcFirstLastPara="1" rIns="91425" wrap="square" tIns="0">
            <a:noAutofit/>
          </a:bodyPr>
          <a:lstStyle/>
          <a:p>
            <a:pPr indent="-304800" lvl="0" marL="457200" rtl="0" algn="l">
              <a:spcBef>
                <a:spcPts val="0"/>
              </a:spcBef>
              <a:spcAft>
                <a:spcPts val="0"/>
              </a:spcAft>
              <a:buSzPts val="1200"/>
              <a:buChar char="●"/>
            </a:pPr>
            <a:r>
              <a:rPr lang="en"/>
              <a:t>Start building the first iteration of development.</a:t>
            </a:r>
            <a:endParaRPr/>
          </a:p>
          <a:p>
            <a:pPr indent="-304800" lvl="0" marL="457200" rtl="0" algn="l">
              <a:spcBef>
                <a:spcPts val="0"/>
              </a:spcBef>
              <a:spcAft>
                <a:spcPts val="0"/>
              </a:spcAft>
              <a:buSzPts val="1200"/>
              <a:buChar char="●"/>
            </a:pPr>
            <a:r>
              <a:rPr lang="en"/>
              <a:t>Run a planning session</a:t>
            </a:r>
            <a:endParaRPr/>
          </a:p>
          <a:p>
            <a:pPr indent="-304800" lvl="0" marL="457200" rtl="0" algn="l">
              <a:spcBef>
                <a:spcPts val="0"/>
              </a:spcBef>
              <a:spcAft>
                <a:spcPts val="0"/>
              </a:spcAft>
              <a:buSzPts val="1200"/>
              <a:buChar char="●"/>
            </a:pPr>
            <a:r>
              <a:rPr lang="en"/>
              <a:t>Select backlog items to complete</a:t>
            </a:r>
            <a:endParaRPr/>
          </a:p>
          <a:p>
            <a:pPr indent="-304800" lvl="0" marL="457200" rtl="0" algn="l">
              <a:spcBef>
                <a:spcPts val="0"/>
              </a:spcBef>
              <a:spcAft>
                <a:spcPts val="0"/>
              </a:spcAft>
              <a:buSzPts val="1200"/>
              <a:buChar char="●"/>
            </a:pPr>
            <a:r>
              <a:rPr lang="en"/>
              <a:t>Autame tests to run on each commit</a:t>
            </a:r>
            <a:endParaRPr/>
          </a:p>
          <a:p>
            <a:pPr indent="-304800" lvl="0" marL="457200" rtl="0" algn="l">
              <a:spcBef>
                <a:spcPts val="0"/>
              </a:spcBef>
              <a:spcAft>
                <a:spcPts val="0"/>
              </a:spcAft>
              <a:buSzPts val="1200"/>
              <a:buChar char="●"/>
            </a:pPr>
            <a:r>
              <a:rPr lang="en"/>
              <a:t>Defects are caught fixed - ideally.</a:t>
            </a:r>
            <a:endParaRPr/>
          </a:p>
          <a:p>
            <a:pPr indent="-304800" lvl="0" marL="457200" rtl="0" algn="l">
              <a:spcBef>
                <a:spcPts val="0"/>
              </a:spcBef>
              <a:spcAft>
                <a:spcPts val="0"/>
              </a:spcAft>
              <a:buSzPts val="1200"/>
              <a:buChar char="●"/>
            </a:pPr>
            <a:r>
              <a:rPr lang="en"/>
              <a:t>Frequent code commits</a:t>
            </a:r>
            <a:endParaRPr/>
          </a:p>
          <a:p>
            <a:pPr indent="-304800" lvl="0" marL="457200" rtl="0" algn="l">
              <a:spcBef>
                <a:spcPts val="0"/>
              </a:spcBef>
              <a:spcAft>
                <a:spcPts val="0"/>
              </a:spcAft>
              <a:buSzPts val="1200"/>
              <a:buChar char="●"/>
            </a:pPr>
            <a:r>
              <a:rPr lang="en"/>
              <a:t>Daily standups to keep the team synchronized</a:t>
            </a:r>
            <a:endParaRPr/>
          </a:p>
          <a:p>
            <a:pPr indent="-304800" lvl="0" marL="457200" rtl="0" algn="l">
              <a:spcBef>
                <a:spcPts val="0"/>
              </a:spcBef>
              <a:spcAft>
                <a:spcPts val="0"/>
              </a:spcAft>
              <a:buSzPts val="1200"/>
              <a:buChar char="●"/>
            </a:pPr>
            <a:r>
              <a:rPr lang="en"/>
              <a:t>Remove any surface blockers</a:t>
            </a:r>
            <a:endParaRPr/>
          </a:p>
          <a:p>
            <a:pPr indent="-304800" lvl="0" marL="457200" rtl="0" algn="l">
              <a:spcBef>
                <a:spcPts val="0"/>
              </a:spcBef>
              <a:spcAft>
                <a:spcPts val="0"/>
              </a:spcAft>
              <a:buSzPts val="1200"/>
              <a:buChar char="●"/>
            </a:pPr>
            <a:r>
              <a:rPr lang="en"/>
              <a:t>Sprint ends with the product review with </a:t>
            </a:r>
            <a:r>
              <a:rPr lang="en"/>
              <a:t>stakeholders</a:t>
            </a:r>
            <a:r>
              <a:rPr lang="en"/>
              <a:t>.</a:t>
            </a:r>
            <a:endParaRPr/>
          </a:p>
          <a:p>
            <a:pPr indent="-304800" lvl="0" marL="457200" rtl="0" algn="l">
              <a:spcBef>
                <a:spcPts val="0"/>
              </a:spcBef>
              <a:spcAft>
                <a:spcPts val="0"/>
              </a:spcAft>
              <a:buSzPts val="1200"/>
              <a:buChar char="●"/>
            </a:pPr>
            <a:r>
              <a:rPr lang="en"/>
              <a:t>Tools: GitHub (version control), Jenkins (CI/CD), Postman (API testing), Cypress or Selenium (end-to-end testing), SonarQube (code quality).</a:t>
            </a:r>
            <a:endParaRPr/>
          </a:p>
          <a:p>
            <a:pPr indent="-304800" lvl="0" marL="457200" rtl="0" algn="l">
              <a:spcBef>
                <a:spcPts val="0"/>
              </a:spcBef>
              <a:spcAft>
                <a:spcPts val="0"/>
              </a:spcAft>
              <a:buSzPts val="1200"/>
              <a:buChar char="●"/>
            </a:pPr>
            <a:r>
              <a:rPr lang="en"/>
              <a:t>Outputs: Working software increment, updated backlog, sprint retrospective findings.</a:t>
            </a:r>
            <a:endParaRPr/>
          </a:p>
          <a:p>
            <a:pPr indent="0" lvl="0" marL="0" rtl="0" algn="l">
              <a:spcBef>
                <a:spcPts val="0"/>
              </a:spcBef>
              <a:spcAft>
                <a:spcPts val="0"/>
              </a:spcAft>
              <a:buNone/>
            </a:pPr>
            <a:r>
              <a:t/>
            </a:r>
            <a:endParaRPr/>
          </a:p>
        </p:txBody>
      </p:sp>
      <p:sp>
        <p:nvSpPr>
          <p:cNvPr id="611" name="Google Shape;611;p48"/>
          <p:cNvSpPr txBox="1"/>
          <p:nvPr>
            <p:ph idx="3" type="title"/>
          </p:nvPr>
        </p:nvSpPr>
        <p:spPr>
          <a:xfrm>
            <a:off x="4602400" y="579750"/>
            <a:ext cx="4235400" cy="11160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Iteration</a:t>
            </a:r>
            <a:endParaRPr/>
          </a:p>
        </p:txBody>
      </p:sp>
      <p:sp>
        <p:nvSpPr>
          <p:cNvPr id="612" name="Google Shape;612;p48"/>
          <p:cNvSpPr txBox="1"/>
          <p:nvPr>
            <p:ph idx="4" type="subTitle"/>
          </p:nvPr>
        </p:nvSpPr>
        <p:spPr>
          <a:xfrm>
            <a:off x="320625" y="4675975"/>
            <a:ext cx="2700000" cy="236400"/>
          </a:xfrm>
          <a:prstGeom prst="rect">
            <a:avLst/>
          </a:prstGeom>
        </p:spPr>
        <p:txBody>
          <a:bodyPr anchorCtr="0" anchor="b" bIns="0" lIns="0" spcFirstLastPara="1" rIns="0" wrap="square" tIns="0">
            <a:noAutofit/>
          </a:bodyPr>
          <a:lstStyle/>
          <a:p>
            <a:pPr indent="0" lvl="0" marL="0" rtl="0" algn="l">
              <a:spcBef>
                <a:spcPts val="0"/>
              </a:spcBef>
              <a:spcAft>
                <a:spcPts val="0"/>
              </a:spcAft>
              <a:buClr>
                <a:schemeClr val="dk1"/>
              </a:buClr>
              <a:buSzPts val="1100"/>
              <a:buNone/>
            </a:pPr>
            <a:r>
              <a:rPr lang="en"/>
              <a:t>ChadaTech</a:t>
            </a:r>
            <a:endParaRPr/>
          </a:p>
        </p:txBody>
      </p:sp>
      <p:sp>
        <p:nvSpPr>
          <p:cNvPr id="613" name="Google Shape;613;p48"/>
          <p:cNvSpPr txBox="1"/>
          <p:nvPr>
            <p:ph idx="5" type="subTitle"/>
          </p:nvPr>
        </p:nvSpPr>
        <p:spPr>
          <a:xfrm>
            <a:off x="4716740" y="4675975"/>
            <a:ext cx="22947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April</a:t>
            </a:r>
            <a:endParaRPr/>
          </a:p>
        </p:txBody>
      </p:sp>
      <p:sp>
        <p:nvSpPr>
          <p:cNvPr id="614" name="Google Shape;614;p48"/>
          <p:cNvSpPr txBox="1"/>
          <p:nvPr>
            <p:ph idx="6"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rPr lang="en"/>
              <a:t>2026</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p49"/>
          <p:cNvSpPr txBox="1"/>
          <p:nvPr>
            <p:ph type="title"/>
          </p:nvPr>
        </p:nvSpPr>
        <p:spPr>
          <a:xfrm>
            <a:off x="4591800" y="304700"/>
            <a:ext cx="3861900" cy="1920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400"/>
              <a:t>Explaining Agile Phases</a:t>
            </a:r>
            <a:endParaRPr sz="1400"/>
          </a:p>
          <a:p>
            <a:pPr indent="0" lvl="0" marL="0" rtl="0" algn="l">
              <a:spcBef>
                <a:spcPts val="0"/>
              </a:spcBef>
              <a:spcAft>
                <a:spcPts val="0"/>
              </a:spcAft>
              <a:buNone/>
            </a:pPr>
            <a:r>
              <a:t/>
            </a:r>
            <a:endParaRPr sz="1400"/>
          </a:p>
        </p:txBody>
      </p:sp>
      <p:pic>
        <p:nvPicPr>
          <p:cNvPr id="620" name="Google Shape;620;p49"/>
          <p:cNvPicPr preferRelativeResize="0"/>
          <p:nvPr>
            <p:ph idx="2" type="pic"/>
          </p:nvPr>
        </p:nvPicPr>
        <p:blipFill rotWithShape="1">
          <a:blip r:embed="rId3">
            <a:alphaModFix/>
          </a:blip>
          <a:srcRect b="0" l="26356" r="26351" t="0"/>
          <a:stretch/>
        </p:blipFill>
        <p:spPr>
          <a:xfrm>
            <a:off x="246150" y="237650"/>
            <a:ext cx="4197857" cy="4438198"/>
          </a:xfrm>
          <a:prstGeom prst="rect">
            <a:avLst/>
          </a:prstGeom>
        </p:spPr>
      </p:pic>
      <p:sp>
        <p:nvSpPr>
          <p:cNvPr id="621" name="Google Shape;621;p49"/>
          <p:cNvSpPr txBox="1"/>
          <p:nvPr>
            <p:ph idx="1" type="body"/>
          </p:nvPr>
        </p:nvSpPr>
        <p:spPr>
          <a:xfrm>
            <a:off x="4618950" y="1636400"/>
            <a:ext cx="4290000" cy="2925600"/>
          </a:xfrm>
          <a:prstGeom prst="rect">
            <a:avLst/>
          </a:prstGeom>
        </p:spPr>
        <p:txBody>
          <a:bodyPr anchorCtr="0" anchor="b" bIns="91425" lIns="0" spcFirstLastPara="1" rIns="91425" wrap="square" tIns="0">
            <a:noAutofit/>
          </a:bodyPr>
          <a:lstStyle/>
          <a:p>
            <a:pPr indent="-304800" lvl="0" marL="457200" rtl="0" algn="l">
              <a:spcBef>
                <a:spcPts val="0"/>
              </a:spcBef>
              <a:spcAft>
                <a:spcPts val="0"/>
              </a:spcAft>
              <a:buSzPts val="1200"/>
              <a:buChar char="●"/>
            </a:pPr>
            <a:r>
              <a:rPr lang="en"/>
              <a:t>Release stage for </a:t>
            </a:r>
            <a:r>
              <a:rPr lang="en"/>
              <a:t>bridges</a:t>
            </a:r>
            <a:r>
              <a:rPr lang="en"/>
              <a:t> between development and </a:t>
            </a:r>
            <a:r>
              <a:rPr lang="en"/>
              <a:t>production</a:t>
            </a:r>
            <a:r>
              <a:rPr lang="en"/>
              <a:t>.</a:t>
            </a:r>
            <a:endParaRPr/>
          </a:p>
          <a:p>
            <a:pPr indent="-304800" lvl="0" marL="457200" rtl="0" algn="l">
              <a:spcBef>
                <a:spcPts val="0"/>
              </a:spcBef>
              <a:spcAft>
                <a:spcPts val="0"/>
              </a:spcAft>
              <a:buSzPts val="1200"/>
              <a:buChar char="●"/>
            </a:pPr>
            <a:r>
              <a:rPr lang="en"/>
              <a:t>Team has built something worth shipping</a:t>
            </a:r>
            <a:endParaRPr/>
          </a:p>
          <a:p>
            <a:pPr indent="-304800" lvl="0" marL="457200" rtl="0" algn="l">
              <a:spcBef>
                <a:spcPts val="0"/>
              </a:spcBef>
              <a:spcAft>
                <a:spcPts val="0"/>
              </a:spcAft>
              <a:buSzPts val="1200"/>
              <a:buChar char="●"/>
            </a:pPr>
            <a:r>
              <a:rPr lang="en"/>
              <a:t>Dedicated</a:t>
            </a:r>
            <a:r>
              <a:rPr lang="en"/>
              <a:t> QA cycle runs thorough testing without issue</a:t>
            </a:r>
            <a:endParaRPr/>
          </a:p>
          <a:p>
            <a:pPr indent="-304800" lvl="0" marL="457200" rtl="0" algn="l">
              <a:spcBef>
                <a:spcPts val="0"/>
              </a:spcBef>
              <a:spcAft>
                <a:spcPts val="0"/>
              </a:spcAft>
              <a:buSzPts val="1200"/>
              <a:buChar char="●"/>
            </a:pPr>
            <a:r>
              <a:rPr lang="en"/>
              <a:t>User Acceptance Testing (UAT) clears</a:t>
            </a:r>
            <a:endParaRPr/>
          </a:p>
          <a:p>
            <a:pPr indent="-304800" lvl="0" marL="457200" rtl="0" algn="l">
              <a:spcBef>
                <a:spcPts val="0"/>
              </a:spcBef>
              <a:spcAft>
                <a:spcPts val="0"/>
              </a:spcAft>
              <a:buSzPts val="1200"/>
              <a:buChar char="●"/>
            </a:pPr>
            <a:r>
              <a:rPr lang="en"/>
              <a:t>Critical defects get resolved </a:t>
            </a:r>
            <a:r>
              <a:rPr lang="en"/>
              <a:t>before</a:t>
            </a:r>
            <a:r>
              <a:rPr lang="en"/>
              <a:t> launch</a:t>
            </a:r>
            <a:endParaRPr/>
          </a:p>
          <a:p>
            <a:pPr indent="-304800" lvl="0" marL="457200" rtl="0" algn="l">
              <a:spcBef>
                <a:spcPts val="0"/>
              </a:spcBef>
              <a:spcAft>
                <a:spcPts val="0"/>
              </a:spcAft>
              <a:buSzPts val="1200"/>
              <a:buChar char="●"/>
            </a:pPr>
            <a:r>
              <a:rPr lang="en"/>
              <a:t>Documentation release notes and user training manuals are finished.</a:t>
            </a:r>
            <a:endParaRPr/>
          </a:p>
          <a:p>
            <a:pPr indent="-304800" lvl="0" marL="457200" rtl="0" algn="l">
              <a:spcBef>
                <a:spcPts val="0"/>
              </a:spcBef>
              <a:spcAft>
                <a:spcPts val="0"/>
              </a:spcAft>
              <a:buSzPts val="1200"/>
              <a:buChar char="●"/>
            </a:pPr>
            <a:r>
              <a:rPr lang="en"/>
              <a:t>Stabilize deployment plans and rollback plans.</a:t>
            </a:r>
            <a:endParaRPr/>
          </a:p>
          <a:p>
            <a:pPr indent="-304800" lvl="0" marL="457200" rtl="0" algn="l">
              <a:spcBef>
                <a:spcPts val="0"/>
              </a:spcBef>
              <a:spcAft>
                <a:spcPts val="0"/>
              </a:spcAft>
              <a:buSzPts val="1200"/>
              <a:buChar char="●"/>
            </a:pPr>
            <a:r>
              <a:rPr lang="en"/>
              <a:t>Initial soft launch or beta test with a pilot group is common</a:t>
            </a:r>
            <a:endParaRPr/>
          </a:p>
          <a:p>
            <a:pPr indent="-304800" lvl="0" marL="457200" rtl="0" algn="l">
              <a:spcBef>
                <a:spcPts val="0"/>
              </a:spcBef>
              <a:spcAft>
                <a:spcPts val="0"/>
              </a:spcAft>
              <a:buSzPts val="1200"/>
              <a:buChar char="●"/>
            </a:pPr>
            <a:r>
              <a:rPr lang="en"/>
              <a:t>Outputs: Production release, deployment documentation, UAT sign-off, rollback plan.</a:t>
            </a:r>
            <a:endParaRPr/>
          </a:p>
          <a:p>
            <a:pPr indent="0" lvl="0" marL="0" rtl="0" algn="l">
              <a:spcBef>
                <a:spcPts val="0"/>
              </a:spcBef>
              <a:spcAft>
                <a:spcPts val="0"/>
              </a:spcAft>
              <a:buNone/>
            </a:pPr>
            <a:r>
              <a:t/>
            </a:r>
            <a:endParaRPr/>
          </a:p>
        </p:txBody>
      </p:sp>
      <p:sp>
        <p:nvSpPr>
          <p:cNvPr id="622" name="Google Shape;622;p49"/>
          <p:cNvSpPr txBox="1"/>
          <p:nvPr>
            <p:ph idx="3" type="title"/>
          </p:nvPr>
        </p:nvSpPr>
        <p:spPr>
          <a:xfrm>
            <a:off x="4602400" y="579750"/>
            <a:ext cx="4235400" cy="11160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Release</a:t>
            </a:r>
            <a:endParaRPr/>
          </a:p>
        </p:txBody>
      </p:sp>
      <p:sp>
        <p:nvSpPr>
          <p:cNvPr id="623" name="Google Shape;623;p49"/>
          <p:cNvSpPr txBox="1"/>
          <p:nvPr>
            <p:ph idx="4" type="subTitle"/>
          </p:nvPr>
        </p:nvSpPr>
        <p:spPr>
          <a:xfrm>
            <a:off x="320625" y="4675975"/>
            <a:ext cx="2700000" cy="236400"/>
          </a:xfrm>
          <a:prstGeom prst="rect">
            <a:avLst/>
          </a:prstGeom>
        </p:spPr>
        <p:txBody>
          <a:bodyPr anchorCtr="0" anchor="b" bIns="0" lIns="0" spcFirstLastPara="1" rIns="0" wrap="square" tIns="0">
            <a:noAutofit/>
          </a:bodyPr>
          <a:lstStyle/>
          <a:p>
            <a:pPr indent="0" lvl="0" marL="0" rtl="0" algn="l">
              <a:spcBef>
                <a:spcPts val="0"/>
              </a:spcBef>
              <a:spcAft>
                <a:spcPts val="0"/>
              </a:spcAft>
              <a:buClr>
                <a:schemeClr val="dk1"/>
              </a:buClr>
              <a:buSzPts val="1100"/>
              <a:buNone/>
            </a:pPr>
            <a:r>
              <a:rPr lang="en"/>
              <a:t>ChadaTech</a:t>
            </a:r>
            <a:endParaRPr/>
          </a:p>
        </p:txBody>
      </p:sp>
      <p:sp>
        <p:nvSpPr>
          <p:cNvPr id="624" name="Google Shape;624;p49"/>
          <p:cNvSpPr txBox="1"/>
          <p:nvPr>
            <p:ph idx="5" type="subTitle"/>
          </p:nvPr>
        </p:nvSpPr>
        <p:spPr>
          <a:xfrm>
            <a:off x="4716740" y="4675975"/>
            <a:ext cx="22947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April</a:t>
            </a:r>
            <a:endParaRPr/>
          </a:p>
        </p:txBody>
      </p:sp>
      <p:sp>
        <p:nvSpPr>
          <p:cNvPr id="625" name="Google Shape;625;p49"/>
          <p:cNvSpPr txBox="1"/>
          <p:nvPr>
            <p:ph idx="6"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rPr lang="en"/>
              <a:t>2026</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50"/>
          <p:cNvSpPr txBox="1"/>
          <p:nvPr>
            <p:ph type="title"/>
          </p:nvPr>
        </p:nvSpPr>
        <p:spPr>
          <a:xfrm>
            <a:off x="4591800" y="304700"/>
            <a:ext cx="3861900" cy="1920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400"/>
              <a:t>Explaining Agile Phases</a:t>
            </a:r>
            <a:endParaRPr sz="1400"/>
          </a:p>
          <a:p>
            <a:pPr indent="0" lvl="0" marL="0" rtl="0" algn="l">
              <a:spcBef>
                <a:spcPts val="0"/>
              </a:spcBef>
              <a:spcAft>
                <a:spcPts val="0"/>
              </a:spcAft>
              <a:buNone/>
            </a:pPr>
            <a:r>
              <a:t/>
            </a:r>
            <a:endParaRPr sz="1400"/>
          </a:p>
        </p:txBody>
      </p:sp>
      <p:pic>
        <p:nvPicPr>
          <p:cNvPr id="631" name="Google Shape;631;p50"/>
          <p:cNvPicPr preferRelativeResize="0"/>
          <p:nvPr>
            <p:ph idx="2" type="pic"/>
          </p:nvPr>
        </p:nvPicPr>
        <p:blipFill rotWithShape="1">
          <a:blip r:embed="rId3">
            <a:alphaModFix/>
          </a:blip>
          <a:srcRect b="0" l="23987" r="23992" t="0"/>
          <a:stretch/>
        </p:blipFill>
        <p:spPr>
          <a:xfrm>
            <a:off x="246150" y="237650"/>
            <a:ext cx="4197856" cy="4438198"/>
          </a:xfrm>
          <a:prstGeom prst="rect">
            <a:avLst/>
          </a:prstGeom>
        </p:spPr>
      </p:pic>
      <p:sp>
        <p:nvSpPr>
          <p:cNvPr id="632" name="Google Shape;632;p50"/>
          <p:cNvSpPr txBox="1"/>
          <p:nvPr>
            <p:ph idx="1" type="body"/>
          </p:nvPr>
        </p:nvSpPr>
        <p:spPr>
          <a:xfrm>
            <a:off x="4618950" y="1636400"/>
            <a:ext cx="4290000" cy="2925600"/>
          </a:xfrm>
          <a:prstGeom prst="rect">
            <a:avLst/>
          </a:prstGeom>
        </p:spPr>
        <p:txBody>
          <a:bodyPr anchorCtr="0" anchor="b" bIns="91425" lIns="0" spcFirstLastPara="1" rIns="91425" wrap="square" tIns="0">
            <a:noAutofit/>
          </a:bodyPr>
          <a:lstStyle/>
          <a:p>
            <a:pPr indent="-304800" lvl="0" marL="457200" rtl="0" algn="l">
              <a:spcBef>
                <a:spcPts val="0"/>
              </a:spcBef>
              <a:spcAft>
                <a:spcPts val="0"/>
              </a:spcAft>
              <a:buSzPts val="1200"/>
              <a:buChar char="●"/>
            </a:pPr>
            <a:r>
              <a:rPr lang="en"/>
              <a:t>Real World feedback starts, </a:t>
            </a:r>
            <a:r>
              <a:rPr lang="en"/>
              <a:t>maintenance</a:t>
            </a:r>
            <a:r>
              <a:rPr lang="en"/>
              <a:t> of the product.</a:t>
            </a:r>
            <a:endParaRPr/>
          </a:p>
          <a:p>
            <a:pPr indent="-304800" lvl="0" marL="457200" rtl="0" algn="l">
              <a:spcBef>
                <a:spcPts val="0"/>
              </a:spcBef>
              <a:spcAft>
                <a:spcPts val="0"/>
              </a:spcAft>
              <a:buSzPts val="1200"/>
              <a:buChar char="●"/>
            </a:pPr>
            <a:r>
              <a:rPr lang="en"/>
              <a:t>Monitoring</a:t>
            </a:r>
            <a:r>
              <a:rPr lang="en"/>
              <a:t> tools used to review the updatime, error rates and performance metrics in real time.</a:t>
            </a:r>
            <a:endParaRPr/>
          </a:p>
          <a:p>
            <a:pPr indent="-304800" lvl="0" marL="457200" rtl="0" algn="l">
              <a:spcBef>
                <a:spcPts val="0"/>
              </a:spcBef>
              <a:spcAft>
                <a:spcPts val="0"/>
              </a:spcAft>
              <a:buSzPts val="1200"/>
              <a:buChar char="●"/>
            </a:pPr>
            <a:r>
              <a:rPr lang="en"/>
              <a:t>Created bugs are addressed as well as hotfixed handled</a:t>
            </a:r>
            <a:endParaRPr/>
          </a:p>
          <a:p>
            <a:pPr indent="-304800" lvl="0" marL="457200" rtl="0" algn="l">
              <a:spcBef>
                <a:spcPts val="0"/>
              </a:spcBef>
              <a:spcAft>
                <a:spcPts val="0"/>
              </a:spcAft>
              <a:buSzPts val="1200"/>
              <a:buChar char="●"/>
            </a:pPr>
            <a:r>
              <a:rPr lang="en"/>
              <a:t>Minor issues </a:t>
            </a:r>
            <a:r>
              <a:rPr lang="en"/>
              <a:t>accumulate</a:t>
            </a:r>
            <a:r>
              <a:rPr lang="en"/>
              <a:t> in the backlog for future </a:t>
            </a:r>
            <a:r>
              <a:rPr lang="en"/>
              <a:t>interactions</a:t>
            </a:r>
            <a:r>
              <a:rPr lang="en"/>
              <a:t>.</a:t>
            </a:r>
            <a:endParaRPr/>
          </a:p>
          <a:p>
            <a:pPr indent="-304800" lvl="0" marL="457200" rtl="0" algn="l">
              <a:spcBef>
                <a:spcPts val="0"/>
              </a:spcBef>
              <a:spcAft>
                <a:spcPts val="0"/>
              </a:spcAft>
              <a:buSzPts val="1200"/>
              <a:buChar char="●"/>
            </a:pPr>
            <a:r>
              <a:rPr lang="en"/>
              <a:t>User Feedback from support tickets, surveys and analytics feeds are used.</a:t>
            </a:r>
            <a:endParaRPr/>
          </a:p>
          <a:p>
            <a:pPr indent="-304800" lvl="0" marL="457200" rtl="0" algn="l">
              <a:spcBef>
                <a:spcPts val="0"/>
              </a:spcBef>
              <a:spcAft>
                <a:spcPts val="0"/>
              </a:spcAft>
              <a:buSzPts val="1200"/>
              <a:buChar char="●"/>
            </a:pPr>
            <a:r>
              <a:rPr lang="en"/>
              <a:t>Tools: Sentry, Grafana, Azure Monitor, New Relic, customer feedback channels.</a:t>
            </a:r>
            <a:endParaRPr/>
          </a:p>
          <a:p>
            <a:pPr indent="-304800" lvl="0" marL="457200" rtl="0" algn="l">
              <a:spcBef>
                <a:spcPts val="0"/>
              </a:spcBef>
              <a:spcAft>
                <a:spcPts val="0"/>
              </a:spcAft>
              <a:buSzPts val="1200"/>
              <a:buChar char="●"/>
            </a:pPr>
            <a:r>
              <a:rPr lang="en"/>
              <a:t>Outputs: Bug fixes, performance improvements, updated backlog, next iteration planning.</a:t>
            </a:r>
            <a:endParaRPr/>
          </a:p>
          <a:p>
            <a:pPr indent="0" lvl="0" marL="0" rtl="0" algn="l">
              <a:spcBef>
                <a:spcPts val="0"/>
              </a:spcBef>
              <a:spcAft>
                <a:spcPts val="0"/>
              </a:spcAft>
              <a:buNone/>
            </a:pPr>
            <a:r>
              <a:t/>
            </a:r>
            <a:endParaRPr/>
          </a:p>
        </p:txBody>
      </p:sp>
      <p:sp>
        <p:nvSpPr>
          <p:cNvPr id="633" name="Google Shape;633;p50"/>
          <p:cNvSpPr txBox="1"/>
          <p:nvPr>
            <p:ph idx="3" type="title"/>
          </p:nvPr>
        </p:nvSpPr>
        <p:spPr>
          <a:xfrm>
            <a:off x="4602400" y="579750"/>
            <a:ext cx="4235400" cy="11160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Maintenance</a:t>
            </a:r>
            <a:endParaRPr/>
          </a:p>
        </p:txBody>
      </p:sp>
      <p:sp>
        <p:nvSpPr>
          <p:cNvPr id="634" name="Google Shape;634;p50"/>
          <p:cNvSpPr txBox="1"/>
          <p:nvPr>
            <p:ph idx="4" type="subTitle"/>
          </p:nvPr>
        </p:nvSpPr>
        <p:spPr>
          <a:xfrm>
            <a:off x="320625" y="4675975"/>
            <a:ext cx="2700000" cy="236400"/>
          </a:xfrm>
          <a:prstGeom prst="rect">
            <a:avLst/>
          </a:prstGeom>
        </p:spPr>
        <p:txBody>
          <a:bodyPr anchorCtr="0" anchor="b" bIns="0" lIns="0" spcFirstLastPara="1" rIns="0" wrap="square" tIns="0">
            <a:noAutofit/>
          </a:bodyPr>
          <a:lstStyle/>
          <a:p>
            <a:pPr indent="0" lvl="0" marL="0" rtl="0" algn="l">
              <a:spcBef>
                <a:spcPts val="0"/>
              </a:spcBef>
              <a:spcAft>
                <a:spcPts val="0"/>
              </a:spcAft>
              <a:buClr>
                <a:schemeClr val="dk1"/>
              </a:buClr>
              <a:buSzPts val="1100"/>
              <a:buNone/>
            </a:pPr>
            <a:r>
              <a:rPr lang="en"/>
              <a:t>ChadaTech</a:t>
            </a:r>
            <a:endParaRPr/>
          </a:p>
        </p:txBody>
      </p:sp>
      <p:sp>
        <p:nvSpPr>
          <p:cNvPr id="635" name="Google Shape;635;p50"/>
          <p:cNvSpPr txBox="1"/>
          <p:nvPr>
            <p:ph idx="5" type="subTitle"/>
          </p:nvPr>
        </p:nvSpPr>
        <p:spPr>
          <a:xfrm>
            <a:off x="4716740" y="4675975"/>
            <a:ext cx="22947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April</a:t>
            </a:r>
            <a:endParaRPr/>
          </a:p>
        </p:txBody>
      </p:sp>
      <p:sp>
        <p:nvSpPr>
          <p:cNvPr id="636" name="Google Shape;636;p50"/>
          <p:cNvSpPr txBox="1"/>
          <p:nvPr>
            <p:ph idx="6"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rPr lang="en"/>
              <a:t>2026</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p51"/>
          <p:cNvSpPr txBox="1"/>
          <p:nvPr>
            <p:ph type="title"/>
          </p:nvPr>
        </p:nvSpPr>
        <p:spPr>
          <a:xfrm>
            <a:off x="4591800" y="304700"/>
            <a:ext cx="3861900" cy="1920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400"/>
              <a:t>Explaining Agile Phases</a:t>
            </a:r>
            <a:endParaRPr sz="1400"/>
          </a:p>
          <a:p>
            <a:pPr indent="0" lvl="0" marL="0" rtl="0" algn="l">
              <a:spcBef>
                <a:spcPts val="0"/>
              </a:spcBef>
              <a:spcAft>
                <a:spcPts val="0"/>
              </a:spcAft>
              <a:buNone/>
            </a:pPr>
            <a:r>
              <a:t/>
            </a:r>
            <a:endParaRPr sz="1400"/>
          </a:p>
        </p:txBody>
      </p:sp>
      <p:pic>
        <p:nvPicPr>
          <p:cNvPr id="642" name="Google Shape;642;p51"/>
          <p:cNvPicPr preferRelativeResize="0"/>
          <p:nvPr>
            <p:ph idx="2" type="pic"/>
          </p:nvPr>
        </p:nvPicPr>
        <p:blipFill rotWithShape="1">
          <a:blip r:embed="rId3">
            <a:alphaModFix/>
          </a:blip>
          <a:srcRect b="0" l="12287" r="12287" t="0"/>
          <a:stretch/>
        </p:blipFill>
        <p:spPr>
          <a:xfrm>
            <a:off x="246150" y="237650"/>
            <a:ext cx="4197857" cy="4438198"/>
          </a:xfrm>
          <a:prstGeom prst="rect">
            <a:avLst/>
          </a:prstGeom>
        </p:spPr>
      </p:pic>
      <p:sp>
        <p:nvSpPr>
          <p:cNvPr id="643" name="Google Shape;643;p51"/>
          <p:cNvSpPr txBox="1"/>
          <p:nvPr>
            <p:ph idx="1" type="body"/>
          </p:nvPr>
        </p:nvSpPr>
        <p:spPr>
          <a:xfrm>
            <a:off x="4618950" y="1636400"/>
            <a:ext cx="4290000" cy="1299300"/>
          </a:xfrm>
          <a:prstGeom prst="rect">
            <a:avLst/>
          </a:prstGeom>
        </p:spPr>
        <p:txBody>
          <a:bodyPr anchorCtr="0" anchor="b" bIns="91425" lIns="0" spcFirstLastPara="1" rIns="91425" wrap="square" tIns="0">
            <a:noAutofit/>
          </a:bodyPr>
          <a:lstStyle/>
          <a:p>
            <a:pPr indent="-304800" lvl="0" marL="457200" rtl="0" algn="l">
              <a:spcBef>
                <a:spcPts val="0"/>
              </a:spcBef>
              <a:spcAft>
                <a:spcPts val="0"/>
              </a:spcAft>
              <a:buSzPts val="1200"/>
              <a:buChar char="●"/>
            </a:pPr>
            <a:r>
              <a:rPr lang="en"/>
              <a:t>Product eventually reaches the point where it </a:t>
            </a:r>
            <a:r>
              <a:rPr lang="en"/>
              <a:t>no longer</a:t>
            </a:r>
            <a:r>
              <a:rPr lang="en"/>
              <a:t> functions.</a:t>
            </a:r>
            <a:endParaRPr/>
          </a:p>
          <a:p>
            <a:pPr indent="-304800" lvl="0" marL="457200" rtl="0" algn="l">
              <a:spcBef>
                <a:spcPts val="0"/>
              </a:spcBef>
              <a:spcAft>
                <a:spcPts val="0"/>
              </a:spcAft>
              <a:buSzPts val="1200"/>
              <a:buChar char="●"/>
            </a:pPr>
            <a:r>
              <a:rPr lang="en"/>
              <a:t>Running new program that will eventually take over at the same time for zero down time.</a:t>
            </a:r>
            <a:endParaRPr/>
          </a:p>
          <a:p>
            <a:pPr indent="0" lvl="0" marL="0" rtl="0" algn="l">
              <a:spcBef>
                <a:spcPts val="0"/>
              </a:spcBef>
              <a:spcAft>
                <a:spcPts val="0"/>
              </a:spcAft>
              <a:buNone/>
            </a:pPr>
            <a:r>
              <a:t/>
            </a:r>
            <a:endParaRPr/>
          </a:p>
        </p:txBody>
      </p:sp>
      <p:sp>
        <p:nvSpPr>
          <p:cNvPr id="644" name="Google Shape;644;p51"/>
          <p:cNvSpPr txBox="1"/>
          <p:nvPr>
            <p:ph idx="3" type="title"/>
          </p:nvPr>
        </p:nvSpPr>
        <p:spPr>
          <a:xfrm>
            <a:off x="4602400" y="579750"/>
            <a:ext cx="4235400" cy="11160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Retirement</a:t>
            </a:r>
            <a:endParaRPr/>
          </a:p>
        </p:txBody>
      </p:sp>
      <p:sp>
        <p:nvSpPr>
          <p:cNvPr id="645" name="Google Shape;645;p51"/>
          <p:cNvSpPr txBox="1"/>
          <p:nvPr>
            <p:ph idx="4" type="subTitle"/>
          </p:nvPr>
        </p:nvSpPr>
        <p:spPr>
          <a:xfrm>
            <a:off x="320625" y="4675975"/>
            <a:ext cx="2700000" cy="236400"/>
          </a:xfrm>
          <a:prstGeom prst="rect">
            <a:avLst/>
          </a:prstGeom>
        </p:spPr>
        <p:txBody>
          <a:bodyPr anchorCtr="0" anchor="b" bIns="0" lIns="0" spcFirstLastPara="1" rIns="0" wrap="square" tIns="0">
            <a:noAutofit/>
          </a:bodyPr>
          <a:lstStyle/>
          <a:p>
            <a:pPr indent="0" lvl="0" marL="0" rtl="0" algn="l">
              <a:spcBef>
                <a:spcPts val="0"/>
              </a:spcBef>
              <a:spcAft>
                <a:spcPts val="0"/>
              </a:spcAft>
              <a:buClr>
                <a:schemeClr val="dk1"/>
              </a:buClr>
              <a:buSzPts val="1100"/>
              <a:buNone/>
            </a:pPr>
            <a:r>
              <a:rPr lang="en"/>
              <a:t>ChadaTech</a:t>
            </a:r>
            <a:endParaRPr/>
          </a:p>
        </p:txBody>
      </p:sp>
      <p:sp>
        <p:nvSpPr>
          <p:cNvPr id="646" name="Google Shape;646;p51"/>
          <p:cNvSpPr txBox="1"/>
          <p:nvPr>
            <p:ph idx="5" type="subTitle"/>
          </p:nvPr>
        </p:nvSpPr>
        <p:spPr>
          <a:xfrm>
            <a:off x="4716740" y="4675975"/>
            <a:ext cx="22947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April</a:t>
            </a:r>
            <a:endParaRPr/>
          </a:p>
        </p:txBody>
      </p:sp>
      <p:sp>
        <p:nvSpPr>
          <p:cNvPr id="647" name="Google Shape;647;p51"/>
          <p:cNvSpPr txBox="1"/>
          <p:nvPr>
            <p:ph idx="6"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rPr lang="en"/>
              <a:t>2026</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52"/>
          <p:cNvSpPr/>
          <p:nvPr/>
        </p:nvSpPr>
        <p:spPr>
          <a:xfrm>
            <a:off x="99900" y="457200"/>
            <a:ext cx="4393200" cy="4177500"/>
          </a:xfrm>
          <a:prstGeom prst="roundRect">
            <a:avLst>
              <a:gd fmla="val 12302" name="adj"/>
            </a:avLst>
          </a:prstGeom>
          <a:solidFill>
            <a:schemeClr val="lt2"/>
          </a:solidFill>
          <a:ln>
            <a:noFill/>
          </a:ln>
        </p:spPr>
        <p:txBody>
          <a:bodyPr anchorCtr="0" anchor="ctr" bIns="141675" lIns="141675" spcFirstLastPara="1" rIns="141675" wrap="square" tIns="141675">
            <a:noAutofit/>
          </a:bodyPr>
          <a:lstStyle/>
          <a:p>
            <a:pPr indent="0" lvl="0" marL="0" rtl="0" algn="ctr">
              <a:spcBef>
                <a:spcPts val="0"/>
              </a:spcBef>
              <a:spcAft>
                <a:spcPts val="0"/>
              </a:spcAft>
              <a:buNone/>
            </a:pPr>
            <a:r>
              <a:t/>
            </a:r>
            <a:endParaRPr sz="2169">
              <a:solidFill>
                <a:schemeClr val="dk1"/>
              </a:solidFill>
              <a:latin typeface="Urbanist"/>
              <a:ea typeface="Urbanist"/>
              <a:cs typeface="Urbanist"/>
              <a:sym typeface="Urbanist"/>
            </a:endParaRPr>
          </a:p>
        </p:txBody>
      </p:sp>
      <p:sp>
        <p:nvSpPr>
          <p:cNvPr id="653" name="Google Shape;653;p52"/>
          <p:cNvSpPr/>
          <p:nvPr/>
        </p:nvSpPr>
        <p:spPr>
          <a:xfrm>
            <a:off x="4571850" y="457199"/>
            <a:ext cx="4393200" cy="4177500"/>
          </a:xfrm>
          <a:prstGeom prst="roundRect">
            <a:avLst>
              <a:gd fmla="val 10875" name="adj"/>
            </a:avLst>
          </a:prstGeom>
          <a:solidFill>
            <a:schemeClr val="lt2"/>
          </a:solidFill>
          <a:ln>
            <a:noFill/>
          </a:ln>
        </p:spPr>
        <p:txBody>
          <a:bodyPr anchorCtr="0" anchor="ctr" bIns="141675" lIns="141675" spcFirstLastPara="1" rIns="141675" wrap="square" tIns="141675">
            <a:noAutofit/>
          </a:bodyPr>
          <a:lstStyle/>
          <a:p>
            <a:pPr indent="0" lvl="0" marL="0" rtl="0" algn="ctr">
              <a:spcBef>
                <a:spcPts val="0"/>
              </a:spcBef>
              <a:spcAft>
                <a:spcPts val="0"/>
              </a:spcAft>
              <a:buNone/>
            </a:pPr>
            <a:r>
              <a:t/>
            </a:r>
            <a:endParaRPr sz="2169">
              <a:solidFill>
                <a:schemeClr val="dk1"/>
              </a:solidFill>
              <a:latin typeface="Urbanist"/>
              <a:ea typeface="Urbanist"/>
              <a:cs typeface="Urbanist"/>
              <a:sym typeface="Urbanist"/>
            </a:endParaRPr>
          </a:p>
        </p:txBody>
      </p:sp>
      <p:sp>
        <p:nvSpPr>
          <p:cNvPr id="654" name="Google Shape;654;p52"/>
          <p:cNvSpPr txBox="1"/>
          <p:nvPr>
            <p:ph type="title"/>
          </p:nvPr>
        </p:nvSpPr>
        <p:spPr>
          <a:xfrm>
            <a:off x="233850" y="228600"/>
            <a:ext cx="2190000" cy="2286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a:latin typeface="Urbanist Medium"/>
                <a:ea typeface="Urbanist Medium"/>
                <a:cs typeface="Urbanist Medium"/>
                <a:sym typeface="Urbanist Medium"/>
              </a:rPr>
              <a:t>Agile VS Waterfall</a:t>
            </a:r>
            <a:endParaRPr>
              <a:latin typeface="Urbanist Medium"/>
              <a:ea typeface="Urbanist Medium"/>
              <a:cs typeface="Urbanist Medium"/>
              <a:sym typeface="Urbanist Medium"/>
            </a:endParaRPr>
          </a:p>
          <a:p>
            <a:pPr indent="0" lvl="0" marL="0" rtl="0" algn="l">
              <a:spcBef>
                <a:spcPts val="0"/>
              </a:spcBef>
              <a:spcAft>
                <a:spcPts val="0"/>
              </a:spcAft>
              <a:buNone/>
            </a:pPr>
            <a:r>
              <a:t/>
            </a:r>
            <a:endParaRPr>
              <a:latin typeface="Urbanist Medium"/>
              <a:ea typeface="Urbanist Medium"/>
              <a:cs typeface="Urbanist Medium"/>
              <a:sym typeface="Urbanist Medium"/>
            </a:endParaRPr>
          </a:p>
        </p:txBody>
      </p:sp>
      <p:sp>
        <p:nvSpPr>
          <p:cNvPr id="655" name="Google Shape;655;p52"/>
          <p:cNvSpPr txBox="1"/>
          <p:nvPr>
            <p:ph idx="1" type="subTitle"/>
          </p:nvPr>
        </p:nvSpPr>
        <p:spPr>
          <a:xfrm>
            <a:off x="322200" y="4675975"/>
            <a:ext cx="2700000" cy="236400"/>
          </a:xfrm>
          <a:prstGeom prst="rect">
            <a:avLst/>
          </a:prstGeom>
        </p:spPr>
        <p:txBody>
          <a:bodyPr anchorCtr="0" anchor="b" bIns="0" lIns="0" spcFirstLastPara="1" rIns="0" wrap="square" tIns="0">
            <a:noAutofit/>
          </a:bodyPr>
          <a:lstStyle/>
          <a:p>
            <a:pPr indent="0" lvl="0" marL="0" rtl="0" algn="l">
              <a:spcBef>
                <a:spcPts val="0"/>
              </a:spcBef>
              <a:spcAft>
                <a:spcPts val="0"/>
              </a:spcAft>
              <a:buClr>
                <a:schemeClr val="dk1"/>
              </a:buClr>
              <a:buSzPts val="1100"/>
              <a:buNone/>
            </a:pPr>
            <a:r>
              <a:rPr lang="en"/>
              <a:t>ChadaTech</a:t>
            </a:r>
            <a:endParaRPr/>
          </a:p>
        </p:txBody>
      </p:sp>
      <p:sp>
        <p:nvSpPr>
          <p:cNvPr id="656" name="Google Shape;656;p52"/>
          <p:cNvSpPr txBox="1"/>
          <p:nvPr>
            <p:ph idx="2" type="subTitle"/>
          </p:nvPr>
        </p:nvSpPr>
        <p:spPr>
          <a:xfrm>
            <a:off x="4733440" y="4675975"/>
            <a:ext cx="22947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April</a:t>
            </a:r>
            <a:endParaRPr/>
          </a:p>
        </p:txBody>
      </p:sp>
      <p:sp>
        <p:nvSpPr>
          <p:cNvPr id="657" name="Google Shape;657;p52"/>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Clr>
                <a:schemeClr val="dk1"/>
              </a:buClr>
              <a:buSzPts val="1100"/>
              <a:buFont typeface="Arial"/>
              <a:buNone/>
            </a:pPr>
            <a:r>
              <a:rPr lang="en"/>
              <a:t>2026</a:t>
            </a:r>
            <a:endParaRPr/>
          </a:p>
        </p:txBody>
      </p:sp>
      <p:sp>
        <p:nvSpPr>
          <p:cNvPr id="658" name="Google Shape;658;p52"/>
          <p:cNvSpPr txBox="1"/>
          <p:nvPr>
            <p:ph idx="4" type="title"/>
          </p:nvPr>
        </p:nvSpPr>
        <p:spPr>
          <a:xfrm>
            <a:off x="934188" y="504843"/>
            <a:ext cx="2724600" cy="593700"/>
          </a:xfrm>
          <a:prstGeom prst="rect">
            <a:avLst/>
          </a:prstGeom>
        </p:spPr>
        <p:txBody>
          <a:bodyPr anchorCtr="0" anchor="b" bIns="141675" lIns="141675" spcFirstLastPara="1" rIns="141675" wrap="square" tIns="141675">
            <a:noAutofit/>
          </a:bodyPr>
          <a:lstStyle/>
          <a:p>
            <a:pPr indent="0" lvl="0" marL="0" rtl="0" algn="l">
              <a:lnSpc>
                <a:spcPct val="85000"/>
              </a:lnSpc>
              <a:spcBef>
                <a:spcPts val="0"/>
              </a:spcBef>
              <a:spcAft>
                <a:spcPts val="0"/>
              </a:spcAft>
              <a:buNone/>
            </a:pPr>
            <a:r>
              <a:rPr lang="en" sz="2789"/>
              <a:t>Agile Method</a:t>
            </a:r>
            <a:endParaRPr sz="2789"/>
          </a:p>
        </p:txBody>
      </p:sp>
      <p:sp>
        <p:nvSpPr>
          <p:cNvPr id="659" name="Google Shape;659;p52"/>
          <p:cNvSpPr txBox="1"/>
          <p:nvPr>
            <p:ph idx="6" type="subTitle"/>
          </p:nvPr>
        </p:nvSpPr>
        <p:spPr>
          <a:xfrm>
            <a:off x="402310" y="1146176"/>
            <a:ext cx="3788400" cy="2799900"/>
          </a:xfrm>
          <a:prstGeom prst="rect">
            <a:avLst/>
          </a:prstGeom>
        </p:spPr>
        <p:txBody>
          <a:bodyPr anchorCtr="0" anchor="t" bIns="141675" lIns="141675" spcFirstLastPara="1" rIns="141675" wrap="square" tIns="141675">
            <a:noAutofit/>
          </a:bodyPr>
          <a:lstStyle/>
          <a:p>
            <a:pPr indent="0" lvl="0" marL="0" rtl="0" algn="l">
              <a:spcBef>
                <a:spcPts val="0"/>
              </a:spcBef>
              <a:spcAft>
                <a:spcPts val="0"/>
              </a:spcAft>
              <a:buNone/>
            </a:pPr>
            <a:r>
              <a:rPr lang="en" sz="1550">
                <a:solidFill>
                  <a:schemeClr val="lt1"/>
                </a:solidFill>
                <a:latin typeface="Urbanist"/>
                <a:ea typeface="Urbanist"/>
                <a:cs typeface="Urbanist"/>
                <a:sym typeface="Urbanist"/>
              </a:rPr>
              <a:t>Projects that are likely to change or have unclear variables work </a:t>
            </a:r>
            <a:r>
              <a:rPr lang="en" sz="1550">
                <a:solidFill>
                  <a:schemeClr val="lt1"/>
                </a:solidFill>
                <a:latin typeface="Urbanist"/>
                <a:ea typeface="Urbanist"/>
                <a:cs typeface="Urbanist"/>
                <a:sym typeface="Urbanist"/>
              </a:rPr>
              <a:t>excellent</a:t>
            </a:r>
            <a:r>
              <a:rPr lang="en" sz="1550">
                <a:solidFill>
                  <a:schemeClr val="lt1"/>
                </a:solidFill>
                <a:latin typeface="Urbanist"/>
                <a:ea typeface="Urbanist"/>
                <a:cs typeface="Urbanist"/>
                <a:sym typeface="Urbanist"/>
              </a:rPr>
              <a:t> here.  Agile is defined by being able handle unknown variables.  Such as when the project </a:t>
            </a:r>
            <a:r>
              <a:rPr lang="en" sz="1550">
                <a:solidFill>
                  <a:schemeClr val="lt1"/>
                </a:solidFill>
                <a:latin typeface="Urbanist"/>
                <a:ea typeface="Urbanist"/>
                <a:cs typeface="Urbanist"/>
                <a:sym typeface="Urbanist"/>
              </a:rPr>
              <a:t>requirements</a:t>
            </a:r>
            <a:r>
              <a:rPr lang="en" sz="1550">
                <a:solidFill>
                  <a:schemeClr val="lt1"/>
                </a:solidFill>
                <a:latin typeface="Urbanist"/>
                <a:ea typeface="Urbanist"/>
                <a:cs typeface="Urbanist"/>
                <a:sym typeface="Urbanist"/>
              </a:rPr>
              <a:t> change often.</a:t>
            </a:r>
            <a:endParaRPr sz="1550">
              <a:solidFill>
                <a:schemeClr val="lt1"/>
              </a:solidFill>
              <a:latin typeface="Urbanist"/>
              <a:ea typeface="Urbanist"/>
              <a:cs typeface="Urbanist"/>
              <a:sym typeface="Urbanist"/>
            </a:endParaRPr>
          </a:p>
          <a:p>
            <a:pPr indent="0" lvl="0" marL="0" rtl="0" algn="l">
              <a:spcBef>
                <a:spcPts val="0"/>
              </a:spcBef>
              <a:spcAft>
                <a:spcPts val="0"/>
              </a:spcAft>
              <a:buNone/>
            </a:pPr>
            <a:r>
              <a:t/>
            </a:r>
            <a:endParaRPr sz="1550">
              <a:solidFill>
                <a:schemeClr val="lt1"/>
              </a:solidFill>
              <a:latin typeface="Urbanist"/>
              <a:ea typeface="Urbanist"/>
              <a:cs typeface="Urbanist"/>
              <a:sym typeface="Urbanist"/>
            </a:endParaRPr>
          </a:p>
          <a:p>
            <a:pPr indent="0" lvl="0" marL="0" rtl="0" algn="l">
              <a:spcBef>
                <a:spcPts val="0"/>
              </a:spcBef>
              <a:spcAft>
                <a:spcPts val="0"/>
              </a:spcAft>
              <a:buNone/>
            </a:pPr>
            <a:r>
              <a:rPr lang="en" sz="1550">
                <a:solidFill>
                  <a:schemeClr val="lt1"/>
                </a:solidFill>
                <a:latin typeface="Urbanist"/>
                <a:ea typeface="Urbanist"/>
                <a:cs typeface="Urbanist"/>
                <a:sym typeface="Urbanist"/>
              </a:rPr>
              <a:t>A suggested consideration here would be </a:t>
            </a:r>
            <a:r>
              <a:rPr lang="en" sz="1550">
                <a:solidFill>
                  <a:schemeClr val="lt1"/>
                </a:solidFill>
                <a:latin typeface="Urbanist"/>
                <a:ea typeface="Urbanist"/>
                <a:cs typeface="Urbanist"/>
                <a:sym typeface="Urbanist"/>
              </a:rPr>
              <a:t>application</a:t>
            </a:r>
            <a:r>
              <a:rPr lang="en" sz="1550">
                <a:solidFill>
                  <a:schemeClr val="lt1"/>
                </a:solidFill>
                <a:latin typeface="Urbanist"/>
                <a:ea typeface="Urbanist"/>
                <a:cs typeface="Urbanist"/>
                <a:sym typeface="Urbanist"/>
              </a:rPr>
              <a:t> design, where users may expect different things depending on who and how its used.</a:t>
            </a:r>
            <a:endParaRPr sz="1550">
              <a:solidFill>
                <a:schemeClr val="lt1"/>
              </a:solidFill>
              <a:latin typeface="Urbanist"/>
              <a:ea typeface="Urbanist"/>
              <a:cs typeface="Urbanist"/>
              <a:sym typeface="Urbanist"/>
            </a:endParaRPr>
          </a:p>
        </p:txBody>
      </p:sp>
      <p:sp>
        <p:nvSpPr>
          <p:cNvPr id="660" name="Google Shape;660;p52"/>
          <p:cNvSpPr txBox="1"/>
          <p:nvPr>
            <p:ph idx="16" type="title"/>
          </p:nvPr>
        </p:nvSpPr>
        <p:spPr>
          <a:xfrm>
            <a:off x="5079851" y="623379"/>
            <a:ext cx="3280500" cy="414300"/>
          </a:xfrm>
          <a:prstGeom prst="rect">
            <a:avLst/>
          </a:prstGeom>
        </p:spPr>
        <p:txBody>
          <a:bodyPr anchorCtr="0" anchor="b" bIns="141675" lIns="141675" spcFirstLastPara="1" rIns="141675" wrap="square" tIns="141675">
            <a:noAutofit/>
          </a:bodyPr>
          <a:lstStyle/>
          <a:p>
            <a:pPr indent="0" lvl="0" marL="0" rtl="0" algn="l">
              <a:lnSpc>
                <a:spcPct val="85000"/>
              </a:lnSpc>
              <a:spcBef>
                <a:spcPts val="0"/>
              </a:spcBef>
              <a:spcAft>
                <a:spcPts val="0"/>
              </a:spcAft>
              <a:buNone/>
            </a:pPr>
            <a:r>
              <a:rPr lang="en" sz="2789">
                <a:latin typeface="Urbanist Medium"/>
                <a:ea typeface="Urbanist Medium"/>
                <a:cs typeface="Urbanist Medium"/>
                <a:sym typeface="Urbanist Medium"/>
              </a:rPr>
              <a:t>Waterfall Method</a:t>
            </a:r>
            <a:endParaRPr sz="2789">
              <a:latin typeface="Urbanist Medium"/>
              <a:ea typeface="Urbanist Medium"/>
              <a:cs typeface="Urbanist Medium"/>
              <a:sym typeface="Urbanist Medium"/>
            </a:endParaRPr>
          </a:p>
        </p:txBody>
      </p:sp>
      <p:sp>
        <p:nvSpPr>
          <p:cNvPr id="661" name="Google Shape;661;p52"/>
          <p:cNvSpPr txBox="1"/>
          <p:nvPr>
            <p:ph idx="18" type="subTitle"/>
          </p:nvPr>
        </p:nvSpPr>
        <p:spPr>
          <a:xfrm>
            <a:off x="4919926" y="1160729"/>
            <a:ext cx="3788400" cy="3228600"/>
          </a:xfrm>
          <a:prstGeom prst="rect">
            <a:avLst/>
          </a:prstGeom>
        </p:spPr>
        <p:txBody>
          <a:bodyPr anchorCtr="0" anchor="t" bIns="141675" lIns="141675" spcFirstLastPara="1" rIns="141675" wrap="square" tIns="141675">
            <a:noAutofit/>
          </a:bodyPr>
          <a:lstStyle/>
          <a:p>
            <a:pPr indent="0" lvl="0" marL="0" rtl="0" algn="l">
              <a:spcBef>
                <a:spcPts val="0"/>
              </a:spcBef>
              <a:spcAft>
                <a:spcPts val="0"/>
              </a:spcAft>
              <a:buNone/>
            </a:pPr>
            <a:r>
              <a:rPr lang="en" sz="1550">
                <a:solidFill>
                  <a:schemeClr val="lt1"/>
                </a:solidFill>
                <a:latin typeface="Urbanist"/>
                <a:ea typeface="Urbanist"/>
                <a:cs typeface="Urbanist"/>
                <a:sym typeface="Urbanist"/>
              </a:rPr>
              <a:t>When the project is generally static, has a clear </a:t>
            </a:r>
            <a:r>
              <a:rPr lang="en" sz="1550">
                <a:solidFill>
                  <a:schemeClr val="lt1"/>
                </a:solidFill>
                <a:latin typeface="Urbanist"/>
                <a:ea typeface="Urbanist"/>
                <a:cs typeface="Urbanist"/>
                <a:sym typeface="Urbanist"/>
              </a:rPr>
              <a:t>beginning</a:t>
            </a:r>
            <a:r>
              <a:rPr lang="en" sz="1550">
                <a:solidFill>
                  <a:schemeClr val="lt1"/>
                </a:solidFill>
                <a:latin typeface="Urbanist"/>
                <a:ea typeface="Urbanist"/>
                <a:cs typeface="Urbanist"/>
                <a:sym typeface="Urbanist"/>
              </a:rPr>
              <a:t> middle and end. These static projects are </a:t>
            </a:r>
            <a:r>
              <a:rPr lang="en" sz="1550">
                <a:solidFill>
                  <a:schemeClr val="lt1"/>
                </a:solidFill>
                <a:latin typeface="Urbanist"/>
                <a:ea typeface="Urbanist"/>
                <a:cs typeface="Urbanist"/>
                <a:sym typeface="Urbanist"/>
              </a:rPr>
              <a:t>defined</a:t>
            </a:r>
            <a:r>
              <a:rPr lang="en" sz="1550">
                <a:solidFill>
                  <a:schemeClr val="lt1"/>
                </a:solidFill>
                <a:latin typeface="Urbanist"/>
                <a:ea typeface="Urbanist"/>
                <a:cs typeface="Urbanist"/>
                <a:sym typeface="Urbanist"/>
              </a:rPr>
              <a:t> well in the </a:t>
            </a:r>
            <a:r>
              <a:rPr lang="en" sz="1550">
                <a:solidFill>
                  <a:schemeClr val="lt1"/>
                </a:solidFill>
                <a:latin typeface="Urbanist"/>
                <a:ea typeface="Urbanist"/>
                <a:cs typeface="Urbanist"/>
                <a:sym typeface="Urbanist"/>
              </a:rPr>
              <a:t>beginning</a:t>
            </a:r>
            <a:r>
              <a:rPr lang="en" sz="1550">
                <a:solidFill>
                  <a:schemeClr val="lt1"/>
                </a:solidFill>
                <a:latin typeface="Urbanist"/>
                <a:ea typeface="Urbanist"/>
                <a:cs typeface="Urbanist"/>
                <a:sym typeface="Urbanist"/>
              </a:rPr>
              <a:t> and have clear budgets and resources given.</a:t>
            </a:r>
            <a:endParaRPr sz="1550">
              <a:solidFill>
                <a:schemeClr val="lt1"/>
              </a:solidFill>
              <a:latin typeface="Urbanist"/>
              <a:ea typeface="Urbanist"/>
              <a:cs typeface="Urbanist"/>
              <a:sym typeface="Urbanist"/>
            </a:endParaRPr>
          </a:p>
          <a:p>
            <a:pPr indent="0" lvl="0" marL="0" rtl="0" algn="l">
              <a:spcBef>
                <a:spcPts val="0"/>
              </a:spcBef>
              <a:spcAft>
                <a:spcPts val="0"/>
              </a:spcAft>
              <a:buNone/>
            </a:pPr>
            <a:r>
              <a:t/>
            </a:r>
            <a:endParaRPr sz="1550">
              <a:solidFill>
                <a:schemeClr val="lt1"/>
              </a:solidFill>
              <a:latin typeface="Urbanist"/>
              <a:ea typeface="Urbanist"/>
              <a:cs typeface="Urbanist"/>
              <a:sym typeface="Urbanist"/>
            </a:endParaRPr>
          </a:p>
          <a:p>
            <a:pPr indent="0" lvl="0" marL="0" rtl="0" algn="l">
              <a:spcBef>
                <a:spcPts val="0"/>
              </a:spcBef>
              <a:spcAft>
                <a:spcPts val="0"/>
              </a:spcAft>
              <a:buClr>
                <a:schemeClr val="dk1"/>
              </a:buClr>
              <a:buSzPts val="1100"/>
              <a:buFont typeface="Arial"/>
              <a:buNone/>
            </a:pPr>
            <a:r>
              <a:rPr lang="en" sz="1550">
                <a:solidFill>
                  <a:schemeClr val="lt1"/>
                </a:solidFill>
                <a:latin typeface="Urbanist"/>
                <a:ea typeface="Urbanist"/>
                <a:cs typeface="Urbanist"/>
                <a:sym typeface="Urbanist"/>
              </a:rPr>
              <a:t>This is suggested for Large Static projects in which the system is setup and then expected to only run one way. An example may be Electric lines for the electrical company.</a:t>
            </a:r>
            <a:endParaRPr sz="1550">
              <a:solidFill>
                <a:schemeClr val="lt1"/>
              </a:solidFill>
              <a:latin typeface="Urbanist"/>
              <a:ea typeface="Urbanist"/>
              <a:cs typeface="Urbanist"/>
              <a:sym typeface="Urbanis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p53"/>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Quarter Month</a:t>
            </a:r>
            <a:endParaRPr/>
          </a:p>
        </p:txBody>
      </p:sp>
      <p:sp>
        <p:nvSpPr>
          <p:cNvPr id="667" name="Google Shape;667;p53"/>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rPr lang="en"/>
              <a:t>Year</a:t>
            </a:r>
            <a:endParaRPr/>
          </a:p>
        </p:txBody>
      </p:sp>
      <p:sp>
        <p:nvSpPr>
          <p:cNvPr id="668" name="Google Shape;668;p53"/>
          <p:cNvSpPr txBox="1"/>
          <p:nvPr>
            <p:ph type="title"/>
          </p:nvPr>
        </p:nvSpPr>
        <p:spPr>
          <a:xfrm>
            <a:off x="228600" y="290448"/>
            <a:ext cx="3655800" cy="8127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i="1" lang="en">
                <a:solidFill>
                  <a:schemeClr val="dk1"/>
                </a:solidFill>
              </a:rPr>
              <a:t>Works Cited</a:t>
            </a:r>
            <a:endParaRPr i="1">
              <a:solidFill>
                <a:schemeClr val="dk1"/>
              </a:solidFill>
            </a:endParaRPr>
          </a:p>
        </p:txBody>
      </p:sp>
      <p:sp>
        <p:nvSpPr>
          <p:cNvPr id="669" name="Google Shape;669;p53"/>
          <p:cNvSpPr txBox="1"/>
          <p:nvPr>
            <p:ph idx="1" type="subTitle"/>
          </p:nvPr>
        </p:nvSpPr>
        <p:spPr>
          <a:xfrm>
            <a:off x="228600" y="1025665"/>
            <a:ext cx="8459100" cy="3467100"/>
          </a:xfrm>
          <a:prstGeom prst="rect">
            <a:avLst/>
          </a:prstGeom>
        </p:spPr>
        <p:txBody>
          <a:bodyPr anchorCtr="0" anchor="b" bIns="0" lIns="0" spcFirstLastPara="1" rIns="0" wrap="square" tIns="0">
            <a:noAutofit/>
          </a:bodyPr>
          <a:lstStyle/>
          <a:p>
            <a:pPr indent="0" lvl="0" marL="0" rtl="0" algn="l">
              <a:spcBef>
                <a:spcPts val="0"/>
              </a:spcBef>
              <a:spcAft>
                <a:spcPts val="0"/>
              </a:spcAft>
              <a:buClr>
                <a:schemeClr val="dk1"/>
              </a:buClr>
              <a:buSzPts val="1100"/>
              <a:buNone/>
            </a:pPr>
            <a:r>
              <a:rPr lang="en" sz="1400">
                <a:solidFill>
                  <a:schemeClr val="dk1"/>
                </a:solidFill>
              </a:rPr>
              <a:t>Scrum.org. (2019). Home. Scrum.org. https://www.scrum.org/</a:t>
            </a:r>
            <a:endParaRPr sz="1400">
              <a:solidFill>
                <a:schemeClr val="dk1"/>
              </a:solidFill>
            </a:endParaRPr>
          </a:p>
          <a:p>
            <a:pPr indent="0" lvl="0" marL="0" rtl="0" algn="l">
              <a:spcBef>
                <a:spcPts val="0"/>
              </a:spcBef>
              <a:spcAft>
                <a:spcPts val="0"/>
              </a:spcAft>
              <a:buClr>
                <a:schemeClr val="dk1"/>
              </a:buClr>
              <a:buSzPts val="1100"/>
              <a:buNone/>
            </a:pPr>
            <a:r>
              <a:t/>
            </a:r>
            <a:endParaRPr sz="1400">
              <a:solidFill>
                <a:schemeClr val="dk1"/>
              </a:solidFill>
            </a:endParaRPr>
          </a:p>
          <a:p>
            <a:pPr indent="0" lvl="0" marL="0" rtl="0" algn="l">
              <a:lnSpc>
                <a:spcPct val="115000"/>
              </a:lnSpc>
              <a:spcBef>
                <a:spcPts val="1200"/>
              </a:spcBef>
              <a:spcAft>
                <a:spcPts val="0"/>
              </a:spcAft>
              <a:buClr>
                <a:schemeClr val="dk1"/>
              </a:buClr>
              <a:buSzPts val="1100"/>
              <a:buNone/>
            </a:pPr>
            <a:r>
              <a:rPr lang="en" sz="1400">
                <a:solidFill>
                  <a:schemeClr val="dk1"/>
                </a:solidFill>
              </a:rPr>
              <a:t>Nehra, M. (2022, May 11). 6 Stages of the Agile Development Lifecycle. Www.decipherzone.com. </a:t>
            </a:r>
            <a:r>
              <a:rPr lang="en" sz="1400" u="sng">
                <a:solidFill>
                  <a:schemeClr val="hlink"/>
                </a:solidFill>
                <a:hlinkClick r:id="rId3"/>
              </a:rPr>
              <a:t>https://www.decipherzone.com/blog-detail/agile-development-lifecycle</a:t>
            </a:r>
            <a:endParaRPr sz="1400">
              <a:solidFill>
                <a:schemeClr val="dk1"/>
              </a:solidFill>
            </a:endParaRPr>
          </a:p>
          <a:p>
            <a:pPr indent="0" lvl="0" marL="0" rtl="0" algn="l">
              <a:lnSpc>
                <a:spcPct val="115000"/>
              </a:lnSpc>
              <a:spcBef>
                <a:spcPts val="1200"/>
              </a:spcBef>
              <a:spcAft>
                <a:spcPts val="0"/>
              </a:spcAft>
              <a:buClr>
                <a:schemeClr val="dk1"/>
              </a:buClr>
              <a:buSzPts val="1100"/>
              <a:buNone/>
            </a:pPr>
            <a:r>
              <a:rPr lang="en" sz="1400">
                <a:solidFill>
                  <a:schemeClr val="dk1"/>
                </a:solidFill>
              </a:rPr>
              <a:t>GeeksforGeeks. (2018, March 18). Waterfall Model Software Engineering. GeeksforGeeks. https://www.geeksforgeeks.org/software-engineering/waterfall-model/</a:t>
            </a:r>
            <a:endParaRPr sz="1400">
              <a:solidFill>
                <a:schemeClr val="dk1"/>
              </a:solidFill>
            </a:endParaRPr>
          </a:p>
          <a:p>
            <a:pPr indent="0" lvl="0" marL="0" rtl="0" algn="l">
              <a:lnSpc>
                <a:spcPct val="115000"/>
              </a:lnSpc>
              <a:spcBef>
                <a:spcPts val="1200"/>
              </a:spcBef>
              <a:spcAft>
                <a:spcPts val="0"/>
              </a:spcAft>
              <a:buClr>
                <a:schemeClr val="dk1"/>
              </a:buClr>
              <a:buSzPts val="1100"/>
              <a:buNone/>
            </a:pPr>
            <a:r>
              <a:rPr lang="en" sz="1200">
                <a:solidFill>
                  <a:schemeClr val="dk1"/>
                </a:solidFill>
                <a:latin typeface="Calibri"/>
                <a:ea typeface="Calibri"/>
                <a:cs typeface="Calibri"/>
                <a:sym typeface="Calibri"/>
              </a:rPr>
              <a:t>What Are the Disadvantages of Agile? (n.d.). Kanban Software for Agile Project Management. </a:t>
            </a:r>
            <a:r>
              <a:rPr lang="en" sz="1200" u="sng">
                <a:solidFill>
                  <a:schemeClr val="hlink"/>
                </a:solidFill>
                <a:latin typeface="Calibri"/>
                <a:ea typeface="Calibri"/>
                <a:cs typeface="Calibri"/>
                <a:sym typeface="Calibri"/>
                <a:hlinkClick r:id="rId4"/>
              </a:rPr>
              <a:t>https://businessmap.io/blog/agile-disadvantages</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None/>
            </a:pPr>
            <a:r>
              <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None/>
            </a:pPr>
            <a:r>
              <a:rPr lang="en" sz="1200">
                <a:solidFill>
                  <a:schemeClr val="dk1"/>
                </a:solidFill>
                <a:latin typeface="Calibri"/>
                <a:ea typeface="Calibri"/>
                <a:cs typeface="Calibri"/>
                <a:sym typeface="Calibri"/>
              </a:rPr>
              <a:t>Johnivan, J. R. (2024, November 25). Agile vs. Waterfall | Software Development Methodologies. Project-Management.com. https://project-management.com/agile-vs-waterfall/</a:t>
            </a:r>
            <a:endParaRPr sz="1400">
              <a:solidFill>
                <a:schemeClr val="dk1"/>
              </a:solidFill>
            </a:endParaRPr>
          </a:p>
        </p:txBody>
      </p:sp>
      <p:grpSp>
        <p:nvGrpSpPr>
          <p:cNvPr id="670" name="Google Shape;670;p53"/>
          <p:cNvGrpSpPr/>
          <p:nvPr/>
        </p:nvGrpSpPr>
        <p:grpSpPr>
          <a:xfrm rot="5400000">
            <a:off x="4525063" y="3129591"/>
            <a:ext cx="228589" cy="228622"/>
            <a:chOff x="1688332" y="4135245"/>
            <a:chExt cx="338700" cy="338700"/>
          </a:xfrm>
        </p:grpSpPr>
        <p:sp>
          <p:nvSpPr>
            <p:cNvPr id="671" name="Google Shape;671;p53"/>
            <p:cNvSpPr/>
            <p:nvPr/>
          </p:nvSpPr>
          <p:spPr>
            <a:xfrm rot="-5400000">
              <a:off x="1688332" y="4135245"/>
              <a:ext cx="338700" cy="3387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grpSp>
          <p:nvGrpSpPr>
            <p:cNvPr id="672" name="Google Shape;672;p53"/>
            <p:cNvGrpSpPr/>
            <p:nvPr/>
          </p:nvGrpSpPr>
          <p:grpSpPr>
            <a:xfrm rot="-5400000">
              <a:off x="1787014" y="4262191"/>
              <a:ext cx="169598" cy="84809"/>
              <a:chOff x="498725" y="2069800"/>
              <a:chExt cx="205200" cy="102600"/>
            </a:xfrm>
          </p:grpSpPr>
          <p:cxnSp>
            <p:nvCxnSpPr>
              <p:cNvPr id="673" name="Google Shape;673;p53"/>
              <p:cNvCxnSpPr/>
              <p:nvPr/>
            </p:nvCxnSpPr>
            <p:spPr>
              <a:xfrm>
                <a:off x="498725" y="2069800"/>
                <a:ext cx="102600" cy="102600"/>
              </a:xfrm>
              <a:prstGeom prst="straightConnector1">
                <a:avLst/>
              </a:prstGeom>
              <a:noFill/>
              <a:ln cap="flat" cmpd="sng" w="9525">
                <a:solidFill>
                  <a:schemeClr val="dk1"/>
                </a:solidFill>
                <a:prstDash val="solid"/>
                <a:round/>
                <a:headEnd len="med" w="med" type="none"/>
                <a:tailEnd len="med" w="med" type="none"/>
              </a:ln>
            </p:spPr>
          </p:cxnSp>
          <p:cxnSp>
            <p:nvCxnSpPr>
              <p:cNvPr id="674" name="Google Shape;674;p53"/>
              <p:cNvCxnSpPr/>
              <p:nvPr/>
            </p:nvCxnSpPr>
            <p:spPr>
              <a:xfrm flipH="1">
                <a:off x="601325" y="2069800"/>
                <a:ext cx="102600" cy="102600"/>
              </a:xfrm>
              <a:prstGeom prst="straightConnector1">
                <a:avLst/>
              </a:prstGeom>
              <a:noFill/>
              <a:ln cap="flat" cmpd="sng" w="9525">
                <a:solidFill>
                  <a:schemeClr val="dk1"/>
                </a:solidFill>
                <a:prstDash val="solid"/>
                <a:round/>
                <a:headEnd len="med" w="med" type="none"/>
                <a:tailEnd len="med" w="med" type="none"/>
              </a:ln>
            </p:spPr>
          </p:cxnSp>
        </p:grpSp>
      </p:grpSp>
      <p:sp>
        <p:nvSpPr>
          <p:cNvPr id="675" name="Google Shape;675;p53"/>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p>
            <a:pPr indent="0" lvl="0" marL="0" rtl="0" algn="l">
              <a:spcBef>
                <a:spcPts val="0"/>
              </a:spcBef>
              <a:spcAft>
                <a:spcPts val="0"/>
              </a:spcAft>
              <a:buClr>
                <a:schemeClr val="dk1"/>
              </a:buClr>
              <a:buSzPts val="1100"/>
              <a:buNone/>
            </a:pPr>
            <a:r>
              <a:rPr lang="en"/>
              <a:t>Company Name</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